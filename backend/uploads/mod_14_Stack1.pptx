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9D13-FF3C-0DA6-9C98-DBD1B3E3C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89C7B-ED60-BCA2-466B-1387446A0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8362D-5171-15BF-4CE0-DAD84DD14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D5E11-C702-EA50-25A1-93CDF344C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83D58-7D51-F5D7-3339-F2F663A7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072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C202-AEBD-7590-0A2F-873EF4F4E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74615-23E0-3690-B095-CDEA36774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37AC3-1CE3-A5C1-BDC1-80732577C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91FEE-5731-6C4E-8DCD-061BF54E6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C5098-315C-9336-C80B-D88C6DB5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003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0D608-B70E-9DB8-702F-6023764A2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1C41F-B734-0AA3-8C1F-A48A7FE02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68CB5-F1D9-CC25-BBF6-4E857DAE3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62004-4672-4FF3-7C56-F29168DAB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F98D3-1103-0D75-E343-A9230DE72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26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8D137-C471-A624-4FE1-1E8DD419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C3416-E8DC-6D00-0EDF-759AC5FCB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9C75A-94F1-882B-4C73-D16048956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ABC29-4BAD-55B0-85B9-11521CF8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B133B-C984-864D-1E39-755869E68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3D6CE-787F-5CFD-C399-E4C07930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097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227A5-6800-3112-F917-C401DD919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6D18C-D203-A9B9-88E2-7F0A21E3C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C6993-5D3B-FB1E-E7A0-A63873306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20316-AF81-1DAF-0075-5ACD2DE2D7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6DA3F5-A3E5-C1A0-8F73-D0846DEDAB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EC76AD-0794-4363-D969-97849F974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FD70C7-8CA1-A3A9-55E2-4A646D6C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F2CC59-F836-7E64-17A4-517A1C78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29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C3CC3-7B3F-E023-8F55-613FE643E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F203EB-2ACA-7968-7793-23790C3A6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11869-B57D-654F-0544-A31FFB6FE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88CB99-F573-10BB-B0CA-FFDE18950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041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6E8BEE-BF6D-F89D-E21D-6645216BA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FA38F2-5EC1-9FC1-4731-6A38D00A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5E3AB-567E-F129-FC29-B44393EB2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196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A1AA-8A9C-41BB-A867-4D02D7EEB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9D83A-1FBC-DD66-5296-5E85D4E22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02C51-DA81-7D9B-EEE1-694BC6956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01411-8792-EAED-CEA3-604A38B3F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2B76D-07FA-3B61-3C25-9834E252F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7C83E-65F4-E528-A8C3-4E0D674C8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611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24473-7775-E2A5-EB62-93F0EE76E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A30320-4B41-34BB-1642-1826982CA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8FB601-BC77-0AFD-15A3-86C019E0E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528A0-7862-C0E5-F132-4A1F148F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3BA47-4677-DFB0-1E57-F8F11EB70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7A342-2901-25ED-0E1D-85F36D0A2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934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F64F1-2318-52CA-3621-8FB83FB22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C82DC-C9EF-607C-9D09-1B08827B7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5A95C-CBEC-A45B-09CB-4CC63B569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1DF9E-4764-A716-95B5-28017BF68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6A736-0C93-83DD-BD63-E4937BED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866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2F0AC6-F934-A2E7-CEF7-005A660EA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51F5E-A6EE-11B1-FDF0-46F870F23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31E16-9735-7EA4-E1D9-209522519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4C0FD-A676-2253-CDA5-258A0E4D7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F87EA-6FC3-096F-581A-A1D8ADB9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308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71598" y="2491181"/>
            <a:ext cx="8749665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8189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D4B937-1EFE-2193-FA55-A7E4781E7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11E5D-12D2-94A0-6708-6D94A0EF4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55A0D-6534-22DD-E59F-ED28078444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E22E5-4BD7-E178-26DE-28537F70F0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76BC1-561C-98EE-639D-1B159C578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18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538235"/>
                </a:solidFill>
              </a:rPr>
              <a:t>23CS201</a:t>
            </a:r>
            <a:r>
              <a:rPr sz="3200" spc="-15" dirty="0">
                <a:solidFill>
                  <a:srgbClr val="538235"/>
                </a:solidFill>
              </a:rPr>
              <a:t> </a:t>
            </a:r>
            <a:r>
              <a:rPr sz="3200" dirty="0">
                <a:solidFill>
                  <a:srgbClr val="538235"/>
                </a:solidFill>
              </a:rPr>
              <a:t>-</a:t>
            </a:r>
            <a:r>
              <a:rPr sz="3200" spc="-40" dirty="0">
                <a:solidFill>
                  <a:srgbClr val="538235"/>
                </a:solidFill>
              </a:rPr>
              <a:t> </a:t>
            </a:r>
            <a:r>
              <a:rPr sz="3200" dirty="0">
                <a:solidFill>
                  <a:srgbClr val="538235"/>
                </a:solidFill>
              </a:rPr>
              <a:t>Data</a:t>
            </a:r>
            <a:r>
              <a:rPr sz="3200" spc="-60" dirty="0">
                <a:solidFill>
                  <a:srgbClr val="538235"/>
                </a:solidFill>
              </a:rPr>
              <a:t> </a:t>
            </a:r>
            <a:r>
              <a:rPr sz="3200" dirty="0">
                <a:solidFill>
                  <a:srgbClr val="538235"/>
                </a:solidFill>
              </a:rPr>
              <a:t>Structures</a:t>
            </a:r>
            <a:r>
              <a:rPr sz="3200" spc="-65" dirty="0">
                <a:solidFill>
                  <a:srgbClr val="538235"/>
                </a:solidFill>
              </a:rPr>
              <a:t> </a:t>
            </a:r>
            <a:r>
              <a:rPr sz="3200" dirty="0">
                <a:solidFill>
                  <a:srgbClr val="538235"/>
                </a:solidFill>
              </a:rPr>
              <a:t>and</a:t>
            </a:r>
            <a:r>
              <a:rPr sz="3200" spc="-60" dirty="0">
                <a:solidFill>
                  <a:srgbClr val="538235"/>
                </a:solidFill>
              </a:rPr>
              <a:t> </a:t>
            </a:r>
            <a:r>
              <a:rPr sz="3200" dirty="0">
                <a:solidFill>
                  <a:srgbClr val="538235"/>
                </a:solidFill>
              </a:rPr>
              <a:t>Algorithms</a:t>
            </a:r>
            <a:r>
              <a:rPr sz="3200" spc="-50" dirty="0">
                <a:solidFill>
                  <a:srgbClr val="538235"/>
                </a:solidFill>
              </a:rPr>
              <a:t> </a:t>
            </a:r>
            <a:r>
              <a:rPr sz="3200" dirty="0">
                <a:solidFill>
                  <a:srgbClr val="538235"/>
                </a:solidFill>
              </a:rPr>
              <a:t>using</a:t>
            </a:r>
            <a:r>
              <a:rPr sz="3200" spc="-85" dirty="0">
                <a:solidFill>
                  <a:srgbClr val="538235"/>
                </a:solidFill>
              </a:rPr>
              <a:t> </a:t>
            </a:r>
            <a:r>
              <a:rPr sz="3200" spc="-25" dirty="0">
                <a:solidFill>
                  <a:srgbClr val="538235"/>
                </a:solidFill>
              </a:rPr>
              <a:t>C++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06822" y="3400171"/>
            <a:ext cx="23463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Study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Materials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1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Stack: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0817"/>
            <a:ext cx="10302240" cy="329692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linear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LIFO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(Last-</a:t>
            </a:r>
            <a:r>
              <a:rPr sz="2400" spc="-10" dirty="0">
                <a:latin typeface="Calibri"/>
                <a:cs typeface="Calibri"/>
              </a:rPr>
              <a:t>In-</a:t>
            </a:r>
            <a:r>
              <a:rPr sz="2400" spc="-20" dirty="0">
                <a:latin typeface="Calibri"/>
                <a:cs typeface="Calibri"/>
              </a:rPr>
              <a:t>First-</a:t>
            </a:r>
            <a:r>
              <a:rPr sz="2400" dirty="0">
                <a:latin typeface="Calibri"/>
                <a:cs typeface="Calibri"/>
              </a:rPr>
              <a:t>Out)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principle.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Stack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(front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rear).</a:t>
            </a:r>
            <a:endParaRPr sz="2400">
              <a:latin typeface="Calibri"/>
              <a:cs typeface="Calibri"/>
            </a:endParaRPr>
          </a:p>
          <a:p>
            <a:pPr marL="241300" marR="219710" indent="-228600">
              <a:lnSpc>
                <a:spcPts val="2590"/>
              </a:lnSpc>
              <a:spcBef>
                <a:spcPts val="1035"/>
              </a:spcBef>
              <a:buChar char="•"/>
              <a:tabLst>
                <a:tab pos="241300" algn="l"/>
                <a:tab pos="309880" algn="l"/>
              </a:tabLst>
            </a:pP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topmost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stack.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Whenever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stack,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deleted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stack.</a:t>
            </a:r>
            <a:endParaRPr sz="2400">
              <a:latin typeface="Calibri"/>
              <a:cs typeface="Calibri"/>
            </a:endParaRPr>
          </a:p>
          <a:p>
            <a:pPr marL="240029" marR="75438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container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insertion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deletion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top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stack.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/>
              <a:t>Stack</a:t>
            </a:r>
            <a:r>
              <a:rPr spc="-65" dirty="0"/>
              <a:t> </a:t>
            </a:r>
            <a:r>
              <a:rPr spc="-10" dirty="0"/>
              <a:t>representation: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4116" y="2109216"/>
            <a:ext cx="4032504" cy="3371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1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key</a:t>
            </a:r>
            <a:r>
              <a:rPr spc="-120" dirty="0"/>
              <a:t> </a:t>
            </a:r>
            <a:r>
              <a:rPr spc="-10" dirty="0"/>
              <a:t>points: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0817"/>
            <a:ext cx="10107295" cy="20548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behaves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world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piles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books,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240029" marR="2413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abstract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pre-</a:t>
            </a:r>
            <a:r>
              <a:rPr sz="2400" dirty="0">
                <a:latin typeface="Calibri"/>
                <a:cs typeface="Calibri"/>
              </a:rPr>
              <a:t>defined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capacity,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 	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limited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size.</a:t>
            </a:r>
            <a:endParaRPr sz="2400">
              <a:latin typeface="Calibri"/>
              <a:cs typeface="Calibri"/>
            </a:endParaRPr>
          </a:p>
          <a:p>
            <a:pPr marL="240029" marR="105410" indent="-227329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insert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delete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elements,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LIFO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FILO.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1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Working</a:t>
            </a:r>
            <a:r>
              <a:rPr spc="-5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10" dirty="0"/>
              <a:t>Stack: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2638"/>
            <a:ext cx="10250805" cy="39903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3556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Stack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LIFO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pattern.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observe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below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figure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	</a:t>
            </a:r>
            <a:r>
              <a:rPr sz="2400" dirty="0">
                <a:latin typeface="Calibri"/>
                <a:cs typeface="Calibri"/>
              </a:rPr>
              <a:t>five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stack;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therefore,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5.</a:t>
            </a:r>
            <a:endParaRPr sz="2400">
              <a:latin typeface="Calibri"/>
              <a:cs typeface="Calibri"/>
            </a:endParaRPr>
          </a:p>
          <a:p>
            <a:pPr marL="240029" marR="243840" indent="-227329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Suppose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let's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assume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spc="-10" dirty="0">
                <a:latin typeface="Calibri"/>
                <a:cs typeface="Calibri"/>
              </a:rPr>
              <a:t>empty.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taken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below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pushing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until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becomes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full.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5.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60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cases,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observe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bottom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when 	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entering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stack.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filled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bottom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top.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1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Representation</a:t>
            </a:r>
            <a:r>
              <a:rPr spc="-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Stack: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6316" y="2232660"/>
            <a:ext cx="9183624" cy="32476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1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Basic</a:t>
            </a:r>
            <a:r>
              <a:rPr spc="-70" dirty="0"/>
              <a:t> </a:t>
            </a:r>
            <a:r>
              <a:rPr spc="-10" dirty="0"/>
              <a:t>Operations: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0817"/>
            <a:ext cx="6818630" cy="230949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push()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insert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stack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pop()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remove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stack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top()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Returns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stack.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isEmpty()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returns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true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false.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size()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returns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stack.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1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Linked</a:t>
            </a:r>
            <a:r>
              <a:rPr spc="-110" dirty="0"/>
              <a:t> </a:t>
            </a:r>
            <a:r>
              <a:rPr dirty="0"/>
              <a:t>list</a:t>
            </a:r>
            <a:r>
              <a:rPr spc="-90" dirty="0"/>
              <a:t> </a:t>
            </a:r>
            <a:r>
              <a:rPr spc="-10" dirty="0"/>
              <a:t>implementation: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0817"/>
            <a:ext cx="10321925" cy="375348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Instead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array,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implement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stack.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Linked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allocates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dynamically.</a:t>
            </a:r>
            <a:endParaRPr sz="2400">
              <a:latin typeface="Calibri"/>
              <a:cs typeface="Calibri"/>
            </a:endParaRPr>
          </a:p>
          <a:p>
            <a:pPr marL="240029" marR="676275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35" dirty="0">
                <a:latin typeface="Calibri"/>
                <a:cs typeface="Calibri"/>
              </a:rPr>
              <a:t>However,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complexity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scenario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 	</a:t>
            </a:r>
            <a:r>
              <a:rPr sz="2400" dirty="0">
                <a:latin typeface="Calibri"/>
                <a:cs typeface="Calibri"/>
              </a:rPr>
              <a:t>push,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peek.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implementation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maintained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non-</a:t>
            </a:r>
            <a:r>
              <a:rPr sz="2400" spc="-10" dirty="0">
                <a:latin typeface="Calibri"/>
                <a:cs typeface="Calibri"/>
              </a:rPr>
              <a:t>contiguously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memory.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immediate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stack.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Stack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said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overflown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space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heap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enough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create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1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Linked</a:t>
            </a:r>
            <a:r>
              <a:rPr spc="-110" dirty="0"/>
              <a:t> </a:t>
            </a:r>
            <a:r>
              <a:rPr dirty="0"/>
              <a:t>list</a:t>
            </a:r>
            <a:r>
              <a:rPr spc="-100" dirty="0"/>
              <a:t> </a:t>
            </a:r>
            <a:r>
              <a:rPr spc="-10" dirty="0"/>
              <a:t>implementation: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5811" y="2609088"/>
            <a:ext cx="7580376" cy="29763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1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Array</a:t>
            </a:r>
            <a:r>
              <a:rPr spc="-160" dirty="0"/>
              <a:t> </a:t>
            </a:r>
            <a:r>
              <a:rPr spc="-10" dirty="0"/>
              <a:t>implementation: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An</a:t>
            </a:r>
            <a:r>
              <a:rPr spc="-40" dirty="0"/>
              <a:t> </a:t>
            </a:r>
            <a:r>
              <a:rPr spc="-10" dirty="0"/>
              <a:t>array</a:t>
            </a:r>
            <a:r>
              <a:rPr spc="-60" dirty="0"/>
              <a:t> </a:t>
            </a:r>
            <a:r>
              <a:rPr spc="-10" dirty="0"/>
              <a:t>implementation,</a:t>
            </a:r>
            <a:r>
              <a:rPr spc="-7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stack</a:t>
            </a:r>
            <a:r>
              <a:rPr spc="-6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formed</a:t>
            </a:r>
            <a:r>
              <a:rPr spc="-45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dirty="0"/>
              <a:t>using</a:t>
            </a:r>
            <a:r>
              <a:rPr spc="-4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10" dirty="0"/>
              <a:t>array.</a:t>
            </a: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All</a:t>
            </a:r>
            <a:r>
              <a:rPr spc="-6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operations</a:t>
            </a:r>
            <a:r>
              <a:rPr spc="-50" dirty="0"/>
              <a:t> </a:t>
            </a:r>
            <a:r>
              <a:rPr spc="-10" dirty="0"/>
              <a:t>regarding</a:t>
            </a:r>
            <a:r>
              <a:rPr spc="-5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stack</a:t>
            </a:r>
            <a:r>
              <a:rPr spc="-70" dirty="0"/>
              <a:t> </a:t>
            </a:r>
            <a:r>
              <a:rPr dirty="0"/>
              <a:t>are</a:t>
            </a:r>
            <a:r>
              <a:rPr spc="-45" dirty="0"/>
              <a:t> </a:t>
            </a:r>
            <a:r>
              <a:rPr dirty="0"/>
              <a:t>performed</a:t>
            </a:r>
            <a:r>
              <a:rPr spc="-60" dirty="0"/>
              <a:t> </a:t>
            </a:r>
            <a:r>
              <a:rPr dirty="0"/>
              <a:t>using</a:t>
            </a:r>
            <a:r>
              <a:rPr spc="-45" dirty="0"/>
              <a:t> </a:t>
            </a:r>
            <a:r>
              <a:rPr spc="-10" dirty="0"/>
              <a:t>arrays.</a:t>
            </a:r>
          </a:p>
          <a:p>
            <a:pPr>
              <a:lnSpc>
                <a:spcPct val="100000"/>
              </a:lnSpc>
              <a:spcBef>
                <a:spcPts val="1365"/>
              </a:spcBef>
              <a:buFont typeface="Arial MT"/>
              <a:buChar char="•"/>
            </a:pPr>
            <a:endParaRPr spc="-10" dirty="0"/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b="1" spc="-25" dirty="0">
                <a:latin typeface="Calibri"/>
                <a:cs typeface="Calibri"/>
              </a:rPr>
              <a:t>Step-by-</a:t>
            </a:r>
            <a:r>
              <a:rPr b="1" dirty="0">
                <a:latin typeface="Calibri"/>
                <a:cs typeface="Calibri"/>
              </a:rPr>
              <a:t>step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approach:</a:t>
            </a: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Initialize</a:t>
            </a:r>
            <a:r>
              <a:rPr spc="-80" dirty="0"/>
              <a:t> </a:t>
            </a:r>
            <a:r>
              <a:rPr dirty="0"/>
              <a:t>an</a:t>
            </a:r>
            <a:r>
              <a:rPr spc="-60" dirty="0"/>
              <a:t> </a:t>
            </a:r>
            <a:r>
              <a:rPr spc="-10" dirty="0"/>
              <a:t>array</a:t>
            </a:r>
            <a:r>
              <a:rPr spc="-5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spc="-10" dirty="0"/>
              <a:t>represent</a:t>
            </a:r>
            <a:r>
              <a:rPr spc="-6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stack.</a:t>
            </a: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Use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end</a:t>
            </a:r>
            <a:r>
              <a:rPr spc="-4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array</a:t>
            </a:r>
            <a:r>
              <a:rPr spc="-5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spc="-10" dirty="0"/>
              <a:t>represent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top</a:t>
            </a:r>
            <a:r>
              <a:rPr spc="-5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stack.</a:t>
            </a:r>
          </a:p>
          <a:p>
            <a:pPr marL="240029" marR="5080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Implement</a:t>
            </a:r>
            <a:r>
              <a:rPr spc="-70" dirty="0"/>
              <a:t> </a:t>
            </a:r>
            <a:r>
              <a:rPr dirty="0"/>
              <a:t>push</a:t>
            </a:r>
            <a:r>
              <a:rPr spc="-60" dirty="0"/>
              <a:t> </a:t>
            </a:r>
            <a:r>
              <a:rPr dirty="0"/>
              <a:t>(add</a:t>
            </a:r>
            <a:r>
              <a:rPr spc="-5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end),</a:t>
            </a:r>
            <a:r>
              <a:rPr spc="-40" dirty="0"/>
              <a:t> </a:t>
            </a:r>
            <a:r>
              <a:rPr dirty="0"/>
              <a:t>pop</a:t>
            </a:r>
            <a:r>
              <a:rPr spc="-60" dirty="0"/>
              <a:t> </a:t>
            </a:r>
            <a:r>
              <a:rPr dirty="0"/>
              <a:t>(remove</a:t>
            </a:r>
            <a:r>
              <a:rPr spc="-45" dirty="0"/>
              <a:t> </a:t>
            </a:r>
            <a:r>
              <a:rPr dirty="0"/>
              <a:t>from</a:t>
            </a:r>
            <a:r>
              <a:rPr spc="-4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end),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peek</a:t>
            </a:r>
            <a:r>
              <a:rPr spc="-60" dirty="0"/>
              <a:t> </a:t>
            </a:r>
            <a:r>
              <a:rPr dirty="0"/>
              <a:t>(check</a:t>
            </a:r>
            <a:r>
              <a:rPr spc="-75" dirty="0"/>
              <a:t> </a:t>
            </a:r>
            <a:r>
              <a:rPr spc="-20" dirty="0"/>
              <a:t>end) 	</a:t>
            </a:r>
            <a:r>
              <a:rPr spc="-10" dirty="0"/>
              <a:t>operations,</a:t>
            </a:r>
            <a:r>
              <a:rPr spc="-35" dirty="0"/>
              <a:t> </a:t>
            </a:r>
            <a:r>
              <a:rPr dirty="0"/>
              <a:t>ensuring</a:t>
            </a:r>
            <a:r>
              <a:rPr spc="-3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handle</a:t>
            </a:r>
            <a:r>
              <a:rPr spc="-30" dirty="0"/>
              <a:t> </a:t>
            </a:r>
            <a:r>
              <a:rPr dirty="0"/>
              <a:t>empty</a:t>
            </a:r>
            <a:r>
              <a:rPr spc="-6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full</a:t>
            </a:r>
            <a:r>
              <a:rPr spc="-25" dirty="0"/>
              <a:t> </a:t>
            </a:r>
            <a:r>
              <a:rPr dirty="0"/>
              <a:t>stack</a:t>
            </a:r>
            <a:r>
              <a:rPr spc="-60" dirty="0"/>
              <a:t> </a:t>
            </a:r>
            <a:r>
              <a:rPr spc="-10" dirty="0"/>
              <a:t>conditions.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1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Array</a:t>
            </a:r>
            <a:r>
              <a:rPr spc="-155" dirty="0"/>
              <a:t> </a:t>
            </a:r>
            <a:r>
              <a:rPr spc="-10" dirty="0"/>
              <a:t>implementation: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2344" y="2133600"/>
            <a:ext cx="6687311" cy="37353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588</Words>
  <Application>Microsoft Office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MT</vt:lpstr>
      <vt:lpstr>Calibri</vt:lpstr>
      <vt:lpstr>Calibri Light</vt:lpstr>
      <vt:lpstr>Office Theme</vt:lpstr>
      <vt:lpstr>23CS201 - Data Structures and Algorithms using C++</vt:lpstr>
      <vt:lpstr>Stack:</vt:lpstr>
      <vt:lpstr>Stack representation:</vt:lpstr>
      <vt:lpstr>key points:</vt:lpstr>
      <vt:lpstr>Working of Stack:</vt:lpstr>
      <vt:lpstr>Representation of Stack:</vt:lpstr>
      <vt:lpstr>Basic Operations:</vt:lpstr>
      <vt:lpstr>Linked list implementation:</vt:lpstr>
      <vt:lpstr>Linked list implementation:</vt:lpstr>
      <vt:lpstr>Array implementation:</vt:lpstr>
      <vt:lpstr>Array implementation: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</dc:creator>
  <cp:lastModifiedBy>Sandhiya Ravikumar</cp:lastModifiedBy>
  <cp:revision>1</cp:revision>
  <dcterms:created xsi:type="dcterms:W3CDTF">2025-02-06T14:49:19Z</dcterms:created>
  <dcterms:modified xsi:type="dcterms:W3CDTF">2025-02-06T14:50:32Z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2025-02-06T00:00:00Z</vt:filetime>
  </property>
  <property fmtid="{D5CDD505-2E9C-101B-9397-08002B2CF9AE}" pid="5" name="Producer">
    <vt:lpwstr>iLovePDF</vt:lpwstr>
  </property>
</Properties>
</file>