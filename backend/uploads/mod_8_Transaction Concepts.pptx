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ink/ink6.xml" ContentType="application/inkml+xml"/>
  <Override PartName="/ppt/notesSlides/notesSlide9.xml" ContentType="application/vnd.openxmlformats-officedocument.presentationml.notesSlide+xml"/>
  <Override PartName="/ppt/ink/ink7.xml" ContentType="application/inkml+xml"/>
  <Override PartName="/ppt/notesSlides/notesSlide10.xml" ContentType="application/vnd.openxmlformats-officedocument.presentationml.notesSlide+xml"/>
  <Override PartName="/ppt/ink/ink8.xml" ContentType="application/inkml+xml"/>
  <Override PartName="/ppt/notesSlides/notesSlide11.xml" ContentType="application/vnd.openxmlformats-officedocument.presentationml.notesSlide+xml"/>
  <Override PartName="/ppt/ink/ink9.xml" ContentType="application/inkml+xml"/>
  <Override PartName="/ppt/notesSlides/notesSlide12.xml" ContentType="application/vnd.openxmlformats-officedocument.presentationml.notesSlide+xml"/>
  <Override PartName="/ppt/ink/ink10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567" r:id="rId6"/>
    <p:sldId id="568" r:id="rId7"/>
    <p:sldId id="569" r:id="rId8"/>
    <p:sldId id="570" r:id="rId9"/>
    <p:sldId id="571" r:id="rId10"/>
    <p:sldId id="573" r:id="rId11"/>
    <p:sldId id="572" r:id="rId12"/>
    <p:sldId id="575" r:id="rId13"/>
    <p:sldId id="576" r:id="rId14"/>
    <p:sldId id="574" r:id="rId15"/>
    <p:sldId id="577" r:id="rId16"/>
    <p:sldId id="578" r:id="rId17"/>
    <p:sldId id="579" r:id="rId18"/>
    <p:sldId id="580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thiavathy R" initials="NR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EFF12D-E86F-4CC8-9513-2C8BADAF5BF6}">
  <a:tblStyle styleId="{18EFF12D-E86F-4CC8-9513-2C8BADAF5BF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0" autoAdjust="0"/>
    <p:restoredTop sz="94364" autoAdjust="0"/>
  </p:normalViewPr>
  <p:slideViewPr>
    <p:cSldViewPr snapToGrid="0">
      <p:cViewPr>
        <p:scale>
          <a:sx n="77" d="100"/>
          <a:sy n="77" d="100"/>
        </p:scale>
        <p:origin x="153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2-05-04T03:35:11.9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13651 7420 1857,'0'3'-12,"0"1"28,0 0 22,-17-3 18,17 3 53,0-1-6,0 2-2,0 0 17,0 0-21,0 2 3,0-1 3,0 2-8,24-2-1,-24 2 2,35-7-24,-14 2-22,11-1-17,4-2-22,6 0 2,2 0-12,11 0 0,5-34-8,10 34-22,6-30-33,8 8-15,6-1-18,8-2-13,11 1-14,2-2-87,4 2-87,0 2-119,-2 0-139,-1-1 53,-4 2 109</inkml:trace>
  <inkml:trace contextRef="#ctx0" brushRef="#br0" timeOffset="1323.1422">13768 8269 2926,'-5'-5'5,"1"-3"-18,-1 4 12,0 2 7,0 2 16,0 0 36,0 0-1,5 40-6,0-12-6,0 10-16,0 3-4,0 5-2,0 8-15,0 1-3,0 3-8,0 0 7,0-4-3,0-6-4,20 1 16,-20-4-13,0-8 6,0-3 3,0-6-11,0-7 8,0-5 0,0-3 30,0-5 12,0-7 4,0-1-10,0 0-32,-18-27-18,18 6-16,0-6-21,-12-10-6,12-7-7,-10-6 11,10-1 29,-8-7 13,8 2 2,0-4 3,0 4-9,0 3 22,24 6-9,-24 2 3,34 7 14,-14 8-20,4 2 3,2 8 2,-1 3-14,1 8 3,4 3 2,-2 6-4,-2 0 8,-3 0-1,2 32 1,-4-7 11,4 8-3,-3 0-6,1 9 13,-2 1-13,4 4 6,-1 7 1,1-4-14,0 1-8,-1-3-26,-3-3-28,-3-2-35,-3-5-37,0-4-38,-8-8-44,-3-2-57,-4-6-65,0-7-118,0-6-69,-36-2 86,36-3 113</inkml:trace>
  <inkml:trace contextRef="#ctx0" brushRef="#br0" timeOffset="1491.4097">13971 8690 2387,'-18'-4'47,"0"-1"16,4 5 13,1-3 56,-1 1-28,9 0-5,-3 1-9,5 1-60,0 0-14,3 0-1,0 0 3,0 0 5,30 0-5,-30 0-11,40 0-8,-17 0-12,3 0-40,6 0-41,2 0-62,5-28-74,2 28-53,4-25 12,2 25-37,7-24-119,1 9-19,-4 3 30</inkml:trace>
  <inkml:trace contextRef="#ctx0" brushRef="#br0" timeOffset="1684.0006">15177 8518 3108,'0'0'-1,"-34"0"-12,34 0 2,-23 0-1,23 0 8,0 0 5,0 0 1,0 0-10,25 0-32,3 0-34,2 0-68,3 0-51,4 0-47,4 0-45,1 0-67,1-26-106,1 26-36,4-22 89</inkml:trace>
  <inkml:trace contextRef="#ctx0" brushRef="#br0" timeOffset="2016.9331">16078 8242 3029,'-38'-3'2,"-2"-4"2,4-1 14,2 3 34,6 1-3,9-4-4,3 4-13,8 3-38,8 1 13,0 0-6,0 0-1,42 22 10,-14-22-27,4 21 15,4-21 1,7 24-7,2-24 21,2 22-3,-1-22-9,-2 0 3,0 17-3,-6-17-5,-6 19 4,-3-9 1,-10 2 5,-4 2-1,-8-1 26,-7 1 15,0 3 13,0-2 11,0 2-11,-35-3-19,35 3-17,-43-2-10,19-1-24,-6 2 4,2 2 7,-2-1 5,-2-3 1,-1 1-12,3 0-19,0 1-23,1 0-15,-1-3-46,4-1-39,0-2-48,3 2-52,3-1-37,5-3-113,5 0-170,0-3-13,9-5 91</inkml:trace>
  <inkml:trace contextRef="#ctx0" brushRef="#br0" timeOffset="2675.8344">17022 8125 2673,'0'0'4,"0"0"2,0 0 18,0 19 6,0-19 20,0 13 10,-19 0-15,19 4-4,0 1-23,0 5-2,-12 2-2,12 5-11,0 2 7,0 2-18,0 2-25,0-4-26,0 4-25,0-4-22,0-2 0,0-2 25,0-8 10,0-4 12,0-2 22,0-6 8,0-3-11,0-5 0,0 0 6,20-25 8,-20 25 16,0-38 16,11 9-7,-11-3 10,11-4 38,-4 2 23,-7 1 30,6-4 26,-1 6-5,0 2 4,-1 4 12,2 0-1,0 4 17,2 5-4,4-1-7,2 2-21,1 3-15,6 0 0,2 3-22,4 3-7,2 0-29,2 0-20,2 6-7,-3 0-8,1 0-5,-1 0-6,-3 21 4,-3-21-5,-6 24 0,-4-24 6,-4 32-2,-4-14 2,-5 6-4,-1-6 4,0 7 2,-33-2 1,33 2-6,-40 4 4,15-2 4,-2-3 6,2-2 29,0 2-25,2 0-4,1-2-7,3-5-21,4-4 15,2 1-5,13-4 2,-13 2-2,13-4-3,0-2 14,0-3-8,0 4-2,40-2 5,-18-4-20,7 0 12,2-1 12,1 0-10,3 0 4,-2 0-8,-3 0 3,-4 0-6,-4 0 3,-5 0-1,-5 0 9,-4 0 4,-8 0-6,0 0 8,0 0-23,-27 24 15,27-24-3,-56 27-38,18-10-31,-7 0-65,-7 2-63,-1-4-67,-4 1-59,-2-2-76,0-1-115,2-6-238,4-7 73,0 0 134</inkml:trace>
  <inkml:trace contextRef="#ctx0" brushRef="#br0" timeOffset="3933.0223">5110 7812 2485,'0'0'3,"0"0"-2,0 0-8,0 0 27,0 0 0,0 0 11,0 0 7,0 0-16,0 0 12,0 0 1,0 0 7,0 0-1,0 0-14,25 0 18,-25 0 35,25 0 12,-6 0 13,1 0-22,4 0-34,0 0-28,6-24-12,1 24-7,2-39-7,7 12-13,-2 1-49,4-6-59,3-1-65,-1-2-93,1-1-107,0 1-195,2 0-40,-4 3 110</inkml:trace>
  <inkml:trace contextRef="#ctx0" brushRef="#br0" timeOffset="9487.0978">12537 10215 2983,'0'-3'12,"0"-1"17,-22 0 11,22 0 4,0-3-19,0 7 8,-17 0 11,17 0 18,0 0 19,-9 32-19,9-32-18,-9 42-25,3-15-7,-2 0 13,4 0-13,-2-1 3,1 4-4,0-2-8,2-4 6,-1-2 0,0 0 2,1-7-22,0-2 18,0-2 25,2-4 32,0-2 37,-2-1-10,3-4-11,0 0-34,0 0-38,0-25-3,0 25-21,0-33-6,0 9 17,0-9-15,23 2 9,-23-2-3,0-3 5,22 3 1,-22 1-20,18 1 20,-8 5-15,2 3 6,0 2 5,-1 4-14,9 7-3,-4 0-1,4 5 9,4 5-1,-3 0 4,1 0-8,3 0-15,-2 37 1,0-37-13,-3 41-16,-3-15 4,-3 5-9,2-2-4,-6 1 2,-2 1-13,-1 1-19,-4-6-28,-3-2-7,0-2-18,0-3-61,0-2-53,0-4-140,-26-4-149,26-6 94</inkml:trace>
  <inkml:trace contextRef="#ctx0" brushRef="#br0" timeOffset="9632.7088">12643 10347 2738,'-19'-4'9,"5"1"16,-1-1 11,1 2-9,7-1-2,-2-2-18,3 4-21,5 1 2,1 0-42,0 0-50,26 0-57,-26 0-80,41 0-78,-11 0-94,9 0-122,2 0 77,3-24 111</inkml:trace>
  <inkml:trace contextRef="#ctx0" brushRef="#br0" timeOffset="9811.0055">13530 10316 3226,'-25'0'5,"25"0"-3,-20 0 9,20 0 9,0-25-3,-22 25-1,22 0-12,0 0-29,0 0-34,27 0-49,-27 0-55,43 0-46,-15 0-31,4 0-7,7 0-31,3 0-88,2-24-155,2 24 50,-1-21 92</inkml:trace>
  <inkml:trace contextRef="#ctx0" brushRef="#br0" timeOffset="10171.4615">13610 10389 2058,'-29'5'29,"1"2"-19,6 1 2,3-2 26,3-3-12,5 1 55,-1-1 16,8 4-6,1-4-7,2 0-14,1-2 4,0 0 1,0 2 18,0-2 1,0-1 1,31 0-18,-31 0-31,27 0-17,-9 0-25,4 0-6,2 0 3,4 0-7,3 0-19,6 0-26,4 0-39,4 0-54,5-16-40,-2 16-59,5 0-105,2 0-186,2 0-55,-5-16 90</inkml:trace>
  <inkml:trace contextRef="#ctx0" brushRef="#br0" timeOffset="10571.6775">14625 10228 2703,'0'-1'16,"-22"0"12,22 0 0,-13 1 1,13 0-16,-5 0-2,5 0 20,-8 28 14,7-28-8,-2 35-12,-1-14-13,1 3-18,1-2 16,0 0 0,1-1-3,1-4 17,-1 0 1,1 0 10,0-5 8,0 0 7,0-7 3,0 0 8,0-5 11,0 5-7,0-5 2,0 0-15,0 0-28,0 0-18,0-27-4,0 27-11,0-26 12,0 6-14,0-3-4,0-2-5,0-4-5,0-2 6,0 0 3,0 1 4,0 1-6,0 2 6,27 4-5,-27 3 11,30 4-3,-7 3-12,2 1-10,1 7 5,3 2-7,-1 3 13,2 0 8,2 0-19,-4 32 24,2-32-13,-4 37-16,-2-14-2,-3 5-31,-4 0-30,-4 3-4,-3-2-19,-4 1-21,-5-2-16,-1-1-89,0-3-82,0-1-139,0-5-61,-28-1 110</inkml:trace>
  <inkml:trace contextRef="#ctx0" brushRef="#br0" timeOffset="10740.2718">14750 10354 2812,'-15'0'3,"0"0"2,3 0 0,5 0-9,3 0-12,4-19-6,0 19-19,0 0-27,0 0-38,41 0-61,-18 0-75,4 0-101,5 0-133,3 0-43,1 0 94</inkml:trace>
  <inkml:trace contextRef="#ctx0" brushRef="#br0" timeOffset="10951.7067">15424 10299 2857,'0'0'17,"-23"0"1,23 0-3,-12 0-12,12-21-19,0 21-7,0 0-25,0 0-37,38 0-58,-38 0-59,46 0-45,-14 0-72,5 0-38,5 0-83,1 0 5,-2 0 122</inkml:trace>
  <inkml:trace contextRef="#ctx0" brushRef="#br0" timeOffset="11380.1612">16217 9986 2304,'-10'-3'0,"2"0"-4,8 1 8,-9 2 10,9 0 16,-4 0 7,2 0-5,0 36-4,0-17-14,1 2 15,-3 5 2,0 0 9,-2 3-3,1-2-7,-1-1 19,1 1 10,-1-3 7,0-3 4,2-3-9,1-2-14,2-6 5,-1 0-6,2-2 3,0-4-5,0-2-16,0-1-5,0-1-18,34 0-4,-34 0 11,42 0-12,-15 0 6,4 0-7,2 0 1,3-20-2,3 20-4,-4 0 12,-1 0-17,-2 0 18,-3 0-1,-3 0-18,-7 0 18,-4 20-11,-6-20-2,-7 22 17,-2-22 3,0 28-7,0-13 3,-37 2-2,37 0-7,-38-2 6,17 2 4,-3-3-15,2 0 13,-3 2-3,-5-5-11,-1-1-32,-1 1-85,-4-3-62,0-1-85,-1-3-118,1-3-185,1-1-68,-1 0 93</inkml:trace>
  <inkml:trace contextRef="#ctx0" brushRef="#br0" timeOffset="11780.9625">16328 10091 3034,'15'-11'-6,"-2"-2"1,2 3-9,1 2 14,6-1 5,2 5 0,7 4 4,0 0-10,3 0-7,0 0-4,4 33-3,-4-33 0,-1 32 1,-10-13 5,-5 3 1,-3-2 8,-5 1 10,-3 3-4,-7-3 22,0 2 16,0-2-6,0 1 20,-28-2-19,28 2-12,-22-3-7,22 0-26,-21-2 12,21-2-13,0-1 4,-17-2 7,17-1-26,0-4-6,0-1-16,35-2-16,-11-3 8,3 2-5,6-3 15,6 0 17,2 0-5,-1-32 13,4 32 2,3-36 19,-8 14 41,-3-5 26,-4 1 26,-5-4 20,-2 0-13,-7 1-3,-6 2-1,0-2-26,-4 4 4,-4 1-29,-4 3-23,0 1-11,0 1-17,-29 5 4,29 1-4,-41 6 6,16 0-16,-4 5-8,-6 2-12,-1 0-28,-1 0-31,-1 0-49,0 30-36,1-30-47,1 27-35,-1-27-70,5 34-160,5-18-156,0 2 80</inkml:trace>
  <inkml:trace contextRef="#ctx0" brushRef="#br0" timeOffset="15784.0053">3719 9792 2279,'0'0'8,"0"0"4,0-13 8,0 13 13,0 0 9,0 0-4,0 0 6,0-7-1,0 7-11,0 0 23,0 0-8,0 0 7,0 0 20,0 0-4,0 0 21,0 0 12,0 0-20,0 0 1,0 0-23,0 15-31,15-15 16,-15 0-5,0 0 3,18 0 6,-18 0-22,17 0-8,-8 0-18,2 0-4,5 0 7,-1 10-5,5-10 9,5 0 7,3 0-6,3 0-8,7 0-6,6-21-17,6 21-50,7-25-43,3 8-75,7-1-73,9 3-89,-1-4-246,9 1-98,2-7 82</inkml:trace>
  <inkml:trace contextRef="#ctx0" brushRef="#br0" timeOffset="33149.5638">4133 10621 1990,'0'0'29,"0"0"13,0 0 20,-19 0 9,19 0-10,0 0 24,0 0 16,0 0-7,0 0-9,0 0-23,0 0-24,0 0 9,0 0 11,0 0-1,0 0 7,0 0 18,0 0-13,0 0-7,0 0-4,0 0-13,0 0 17,0 19 9,0-19-4,22 0-5,-22 0-9,20 15-15,-20-15 4,30 0-11,-7 0-18,3 0-4,5 0-6,5-21 12,3 21-4,7-30-1,3 30-15,-1-34-11,5 15 3,-1 3 6,1 0 14,-6 4-7,-2 0 3,-10 3 1,-3 9 0,-4-12-11,-13 12 9,-4-5-4,-2 5-6,-7 0 18,1 0 3,-3 0-6,0 0 0,0 0 2,0 0-18,0 0 3,0 0 5,0 0-2,0 0 7,0 0-3,0 0-4,0 0 5,0 0-4,0 0 8,0 0-8,0 0-1,0 0 6,0 0-10,0 0 12,0 0-6,0 0-12,0 0 2,0 0-16,0 0-16,0 0-4,0 0-20,0 0-4,0 0-17,0 0-13,0 0-17,0 0-27,0 0-13,0 0-37,0 0-6,0 0-51,0 0-88,0 0-78,0 0-118,0 0 95</inkml:trace>
  <inkml:trace contextRef="#ctx0" brushRef="#br0" timeOffset="34253.3996">3896 10827 2174,'3'0'4,"-3"0"1,0 0 6,1 0 2,1 0 5,0 0 41,1 0 12,0 0 4,5 0 1,-1 0-46,3 0-15,3 15 1,1-15-1,3 0 18,2 9 12,5-9-4,0 0-11,5 0-18,2 0-17,4 0 2,-2-20 2,4 20 5,-1-19-7,-1 19-11,-2-19-28,-2 19-28,-1-24-20,-6 24-26,1-18 0,-5 18-24,-4-12-19,0 12-47,-4-9-69,0 9-96,-2-8-58,-1 0 81</inkml:trace>
  <inkml:trace contextRef="#ctx0" brushRef="#br0" timeOffset="38068.2735">4337 11478 1604,'3'0'22,"-2"0"-6,2 0 11,-1 0 20,-1 0 10,0 0 4,2 0-6,1 0-9,-2 0-13,2 0 9,0 0 11,2 0 0,4 0 0,-4 0 0,4 16-3,1-16 4,1 0-18,3 0-1,-2 11-4,9-11-1,-3 0 3,8 0-4,1 0-8,8 0-8,8 0-8,7 0 0,11-20-13,6 20-30,8-21-31,8 21-60,6-28-74,3 14-98,2 0-170,-4-2-42,-6-3 85</inkml:trace>
  <inkml:trace contextRef="#ctx0" brushRef="#br0" timeOffset="41535.471">3854 12302 2742,'5'0'15,"-2"14"20,-2-14 34,-1 0 29,0 0 26,0 0 8,0 0-17,0 0-25,0 0-44,0 0-35,0 0-13,0 0 4,0 0 9,0 0 13,33 0 5,-33 23-11,39-23-2,-11 0-5,5 0-8,4 0 17,8 0-16,3 0-28,6 0-48,2-23-91,5 23-72,-1-23-55,3 23-68,-5-27-106,2 27-151,0-29 30,-6 10 117</inkml:trace>
  <inkml:trace contextRef="#ctx0" brushRef="#br0" timeOffset="50973.7642">1335 7270 1234,'0'0'-1,"15"0"-7,-15 0 16,0 0-3,0 0 34,0 0 40,0 0-5,0 0 12,0 0-11,8 0-39,-8 0 11,0 0 2,0 0-23,0 0 30,4 23-20,-4-23 19,0 0 5,2 0-18,-1 0 6,2 18-27,0-18 8,-1 13 2,0-13-5,1 16 3,-1-5-1,1-1-8,-1 0 1,1 0 3,-1 0-1,0 2 0,-1 2-2,0-2-7,0 2 4,-1 1 8,0 2 6,0 1-1,0 0 6,0 0-19,0 1-1,0-2-8,0 3-9,0-2 7,0-1 4,0 1 18,0-2 0,0 4 2,0-1 3,-15-1-16,15 0-3,0 5 2,0-5-8,0 0 1,0 1-1,0 1 2,0-4-5,0 5 8,0-6-20,0 3 4,0-1 9,0 2-5,0-1 23,0-3-6,0 2-11,0 0 7,0 0-3,0-2-15,0 4 16,0-3 2,0 2-10,0-1 10,0-1-6,0 4-4,-20-2 14,20-2-1,0 2-14,0-1-3,0 2-16,-14-2 13,14 0 0,0-3 0,-11 1 10,11-1-9,-5-2 1,5-4 3,-2 5-2,-2-5 1,4 2 2,0 0-8,0-1 7,0 2 6,0-2-2,0 1 4,0-1-12,0 1-9,0-1 13,0 2-8,0 0 8,19 1 1,-19 0-2,0-1 6,0 1 1,0 2 2,0-2 6,0 2-9,0-1 8,0 0 7,0 3-17,0-1 7,0 1 2,0-2-13,0 1 9,-19-5-6,19 4-14,0-4 15,0 0-12,0-1 8,-11 1-1,11-3-4,0 3 2,0-3 0,-8 0 3,8 2-7,-3 2 10,1-2 2,1 1-6,0 0 2,-2 2-2,3-1-8,-1 2 17,0 1-9,1 1-2,-2-2 2,2 3-4,0-4 5,0 3 1,0-2-4,-1 3-1,1-4 1,0 2 5,0 1 3,0-1-8,0 1 7,0 1-3,0-2 1,0 4 0,0-3 3,0 0-7,0 1-8,0 1 12,0-2-13,0 5-4,0-2 23,0-1-9,0 3-11,0-3 16,-20 2-4,20 3-16,0-3 30,0 1-4,-15-1-1,15 2 8,0-1-15,-12 5 6,12-2-16,-8-3-1,8 0-5,-5 1 7,0-1 6,4-1 11,-3 5-3,2-9-13,-6 4 11,3 2 7,1-1-9,1 0 2,-4-1-13,4 0-1,-2-2 5,1 0 0,2 0-4,-1-1 3,2-2 2,-3 1 6,3-2 5,-2-1-18,3-1 6,0 1-9,0 0 14,0 1-1,0 4-3,0-3 3,0-1-5,0 1 16,0 8-2,0-4-14,0 5-3,0-1 0,0-3 13,0 5 5,0 0 2,0 1-36,0-1 15,0-2 3,0-3 4,0 1 14,0 1 0,0 1-11,0-3-5,0 1 11,0 0-17,0 1 9,0-4 3,0 2 1,0-1-7,0-3 2,0 3-7,0-2 10,0-1 5,0-2-1,0-1 19,0 2-28,0 0-7,0-1 6,0-1-18,0 2 19,0 0 6,0 0-1,-20 1-1,20-2 0,-11-3-1,11 6 0,-11-2 1,11 1-8,-9 3 0,9-2-13,-7 2 9,4 1 2,2 1-9,-2-6 16,1 3-16,-1 7 9,3-10 12,0 6-5,0-8 7,-2 7-6,2-3 2,0-1-17,0 0 17,0-4-2,0 5 1,0-2 7,0 7-18,0-5 14,0 3-2,0 1 8,0 1 2,0-3-11,0 5-6,0 0-1,0 0-7,0 2 4,0 1 4,0 0 21,0-1-4,-18 4-23,18-8 20,0 4-22,-11 1 17,11-5 18,-13 5-25,13-3 0,-11 0-7,6-1 0,-2-1 17,1-1-1,1 2-8,-1-1 6,0-4-11,0 3 5,1 1 18,0-4-8,0 2 1,-2 0-7,-1-3-20,3 0 8,0 1 4,0-3 13,0 1 2,0-2-20,2 3 11,-1-2-17,1 2 17,0-1 22,1-2-24,-5 1 2,5-1 10,-2 2-18,-2 1 14,2-3 7,0 3-36,-1-1 23,0 2 0,1-1 3,-2-3 21,2-1-19,-1 0-11,2 3 4,0-1 10,0 1-7,3-1 4,-2 1-6,1-1-11,1 7-3,0 0 18,0 2-19,0-5 15,0 3 13,0 1 0,0-2 8,25 7-26,-25-6 4,0 3-11,21 0 2,-21-1 10,17 0-3,-17 4 10,20-1-3,-20 1 9,16 0-9,-7-3-29,2 2 27,-1 1-3,-1 0-10,-1-4 45,2 2-31,-1-5-10,0 0 12,0-4-42,0-2 25,2-2 4,-3-3 14,1-1 13,-1-4-26,1-2 8,0 0 2,-2 0-18,2-2 27,-2 0 6,-2 0-25,1 0 13,2 0 2,-2 0-26,-1 0 16,0 0 15,-1 0-17,1 0 6,0 0 5,0 0-1,5 0-1,-4 0 10,-1 0 2,3 0-19,0 0 17,-1 0 0,-1 0-14,3 0 17,-1 0-3,0 0-9,0 0 13,0 0 0,3 0-26,-2 0 18,1 0-3,1-18-28,3 18 25,-3-18 0,2 18-8,-2-22 16,4 9-7,-1 0-15,0 0 5,1 1-1,-2 0 13,2 2 1,-1 1-18,2 0 11,-1 1-2,1 3-10,1-3 30,0 1 3,3-1-29,-2 0 18,2 2-13,0 3-10,1-4 13,-1 0-10,1 3 6,-1-1-1,0-1 11,0 2-3,-1 1 3,1-5-10,-2 4 2,3 2-12,-4-1 13,3 1 9,-4 2-8,0-3 15,-2 2-22,0 1 13,0 0-10,2 0-2,-4 0 3,2 0-8,0 0 14,3 0 2,1 0 9,1 0-22,-4 0 3,1 0 1,5 0-6,-2 0 14,1 0 0,-2 0-6,2 0 0,0-22-7,2 22 5,1 0 12,0-18-5,-1 18 12,0-13-19,1 13 7,2-14 0,-1 14-5,-2-16 17,1 11-21,2-2 6,-1 1-3,-1-2-11,1 5 12,-3-5-4,1 4 5,1-1 2,-4-2-3,0 2 5,-3 0-4,3-2-2,-3 0 4,-2 3-7,2-2 2,-5 1 5,1 0-3,1 0 2,-2 3 0,-1-3-4,2 2 7,-1-1 6,0 2-9,1-1 1,-1 1-5,3-1 1,-2 3-3,1 0 8,-1-2 0,3 1-8,-1 1 11,-1 0-7,5 0 1,-4 0 5,5 0-5,-3 0-2,-2 0-7,5 0 9,-4 0 4,1 0 6,0 21-3,1-21-6,-2 0-7,2 0 4,-2 16 7,6-16-5,-2 10 3,1-10-4,3 0-2,-1 10 9,2-10-6,-2 0-4,4 4 9,0-4-10,-2 0 10,1 0 1,1 0-4,3 0-5,-1 0 10,-1-19-12,2 19 3,-3 0-2,-1 0 4,3-14 9,-5 14-10,1 0 22,-1 0-31,-1-12 4,-1 12 9,1 0-18,-1-10 26,0 10-4,-2-11-2,3 5 0,0 1-8,0 1 3,2-4 0,2 3-3,-1 0 2,2-2 3,1 2-4,0-3 9,0 2 1,0 0-11,-2 1 7,3 1-7,-2 0-2,0 1 5,0-2-5,-1 5 5,-2 0 0,-3 0-5,0 0 10,-4 0-2,1 0-3,-2 0 6,-3 0-11,-2 0 15,1 21-8,1-21-4,-1 0 14,2 20-10,-1-20 13,-2 0 11,3 20-14,3-20 2,2 14-11,1-14-10,1 9 7,0-3 3,-3 1-1,6-5-11,-5 3 9,3-2-8,-2-1 8,-2 7 17,1-8-17,4 1 0,2-2-5,-2 4 5,2-1 0,-3 2 3,1-4 4,-2-1-7,2 4 24,-4-3-24,2 2 9,-5-1-4,5 0-26,-3-2 26,0 0-17,0 0 9,-2 0 1,4 0-3,-2 0 2,2 0 3,0 0-10,-1 0-1,2 0 18,1 0-14,-2-20 23,1 20-11,1 0-2,-5 0 2,4 0-12,-1 0 18,-3-17-15,1 17 6,-3 0 0,0-15-6,-2 15 6,1-8 0,1 8 3,-2-7 3,-3 3 2,6 0-3,-4 1-7,0 2-8,-1-5-2,3-1 0,-4-1 11,1 1-16,-1 4-8,2-7-14,-4 4-23,1-5-3,-3 4-30,4-4-14,-1 3-4,-2-2-48,2-4 8,0 1-32,1-6-84,2 0-172,0-6-173,0-4 62</inkml:trace>
  <inkml:trace contextRef="#ctx0" brushRef="#br0" timeOffset="52508.9147">6036 7507 1626,'0'-3'58,"0"3"11,0-1 4,0 1 27,0 0-42,0 0-10,0 0-3,0 0-11,0 0 5,0 0 9,0 0 11,0 0 2,0 27-4,0-27 4,0 17 0,0-17-11,0 23-4,0-10-2,0 3-4,0-1 12,0 3-7,0 2-3,0-1 2,0 1-7,0 1-3,0 3 6,0 1-27,0-1 5,0 2 11,0-1-19,0 4 34,0 1-22,0-1 15,0-2 10,0 4-6,0 1 15,0-1-28,0 2 11,25 0-6,-25 3 8,0 0 5,0 0-12,0 2 2,0 2-2,0 2-3,18 0-12,-18-1-2,0 2 5,9 3-1,-9 0 15,6-2-4,-6 0-16,6-4 4,-1 1-8,-4-2 10,0-1 6,-1-2-2,0-1 11,0-1-3,0 0 3,0-3-8,0-1-9,0 2 10,0-2-10,0 2 19,0-3-6,0 1-15,0 0 10,0 2-18,0-1 2,0 2 6,0 3-9,0-5 5,0 5 1,0-5-7,0 2 0,0 3-5,0 2 3,0-1-2,0-4-2,0 6 2,0-3 5,0 2-3,0-1-3,0-4-1,0 1 0,0-2 6,0-2 1,0 0 6,0-4-15,0 2 8,0-1 2,0 1 0,0-3-5,0 1-3,0 3-4,0-2 0,0-1 8,0 2 5,0 1-1,0-2-3,0 1-9,0-1 10,0-1-21,0 1 14,0-3-2,0 0-8,0-1 19,0 2-20,0 0 14,0-1-5,0 2 5,0-2-1,0 1 2,0-1 1,0 0-11,0-2 5,-24-4-3,24 5-4,0-6 10,0-2 4,0 4-8,0 0-6,-20-6 3,20 1 2,0 5 8,0-1 6,-12 0-2,12 5-13,0-5-2,0 2 5,-7 4 7,7-2 0,0 0-1,0-1-7,-4 2-12,4 0 20,0 0-9,0 0 8,0 2 4,0-1-14,0 0 0,0 0 4,0 0-1,0 1-3,0-2 14,0 0-6,0-1-8,0 1 8,0 0-3,0-3-8,0-1 11,0 0 2,0-2-11,0-2 14,0 1-2,0-1-12,0-2 13,0 0-18,0 1 16,0-3-4,23 0-4,-23 2-17,0-4 6,0 5 15,0-4-2,0 4 25,0-1-17,13 3-23,-13-3 15,0 2-1,0-3-4,0-1 17,0-2 0,7 2-3,-7-2-7,3-2 7,1 2-19,0-1 0,1 0 15,-3 0-8,4 1 17,-3-2-4,0 3 1,-2-3-1,1 1 6,1-1-8,-1 3-6,0-1 6,-1 1-19,2 0 26,-2-3-15,0 0-2,2 1 17,-3-1-27,0-2 8,0-2 6,0 0 0,0 0 20,0-2 21,0 3-3,0-2-20,0-2 2,0 0-19,-25 5-22,25-5 14,-19 5 3,19-2 1,-28 1 20,12 4-18,0-2 5,-6 3-1,0-1-4,-4 2-5,-5 5 22,-2-8-18,-5 9-2,-3-6 14,-4 3-49,-4 1 10,-1-4-7,0 2-46,-3-7-29,1 7-30,-1-11-116,2-1-81,0 0-87,-2 0-156,2-27-237,3 4 47,3 1 131</inkml:trace>
  <inkml:trace contextRef="#ctx0" brushRef="#br0" timeOffset="54545.9975">1221 7340 1434,'11'0'-12,"0"0"16,0 0 32,0 0 18,2 0 33,-1 0 6,2 0-19,1 0-21,4 0-7,-3 0-17,3 0 8,-2 0 16,-2 0-4,3 0 13,-3 0-12,-2 0 7,0 0-11,-2 14-7,0-14 2,1 0-11,-1 0 8,-2 12-4,2-12 2,1 0-6,4 8 11,-2-8-5,-1 0-13,4 4 27,-1-4-46,3 0 16,2 0 5,-1 0-44,3 0 53,1 0-10,3-20-3,-1 20 19,4 0-31,1-15-11,1 15 7,0-15-7,3 15 6,5-17-4,0 6-6,0 1 9,4-1-3,1 6 0,-2-5 15,2 3-17,-5 0 9,0 0 5,-4 2-10,2-1 10,-6 1 1,3-2 2,-2 3-1,0-2 2,-4 6-3,1-4-3,0 1-15,-1 2-1,0-1-5,-3 2 14,1 0 0,1 0-3,-1 0 5,0 0-9,-1 0 10,-4 0 6,5 0-8,-2 0-4,1 0 6,-1 0-10,3 0 7,-1 0 0,2 0-3,5 0 13,0 0-12,2 0 15,-1-19 7,8 19 12,-2 0 9,6-20-12,1 20-9,3-12-16,1 12 3,0-20 2,5 20-6,-5-7 11,3 7-14,-6-5-2,-3 5 2,-3-2-14,-4 2 4,-2 0 5,-7 0 3,-1 0 3,-6 0 8,2 0-3,-5 0-3,3 0 1,-6 0 1,5 0-4,-4 0 5,4 0-1,-1 0 4,3-19 15,-1 19-8,3 0 2,-1-13-4,4 13-14,-1-12 9,0 12 0,2-7-10,0 7 0,-2-5-2,-1 5-2,-3 0 0,1 0 3,-1 0 2,-2 0 0,1 0 1,-6 0-8,0 0 0,-4 0-7,4 0 6,-2 0 3,2 0-13,-4 0 4,2 0 9,3 18 4,1-18 12,2 0 3,0 0-15,0 12-1,3-12-1,-3 0 7,0 9-3,3-9 0,0 5-5,-1-5 5,0 0-2,3 5-7,2-2 14,1 1-21,-1-1 20,5 1-2,-2-1-9,0 1 0,1 1-9,-2-2 20,-2 2-15,1-3 17,-2 1-6,0-1-5,-4 1-1,2-3 5,0 0 6,0 0-11,0 0 24,-3 0-21,5 0-3,-6 0-11,2 0-3,-2 0 12,1-18-1,-3 18 16,-3 0-10,4 0 0,-2-14-5,-1 14-1,1 0 6,-1 0-3,-1 0 1,1 0 12,1 0-14,-1 0-2,-2 0 8,2 0-15,-2 0 12,4 0 3,-3 0 0,1 0 7,-3 0 1,2 0-5,-2 0-7,-1 0-5,-2 0 4,-2 0-4,-1 0-1,-1 0 11,3 0-11,-1 0 7,0 0 9,0 0-21,-2 0 6,2 0-1,-2 0-3,1 0 17,-4 19 3,-3-19 3,5 0-12,-3 0-3,-2 0-11,3 0 4,-2 0 20,-1 0-7,2 20-1,0-20-1,0 0-8,0 0 3,0 15 4,0-15-7,-1 11 9,3-11-1,2 10 1,-4-2-7,0 1-8,2 3 15,-1-1 6,2 3-1,-4-1-4,-1 4-16,2 3 3,-3 0 10,0 3 5,0 2-2,0 0-5,0 5 2,0 1 8,0 2-2,0-2-2,0 0-23,19 4-44,-19 0-17,0-1-52,0 0-14,15 0-39,-15 0-106,0-3-203,10 1-189,-10-6 77</inkml:trace>
  <inkml:trace contextRef="#ctx0" brushRef="#br0" timeOffset="55290.9776">5748 8952 2390,'0'0'1,"0"0"24,0 0 28,0 0 29,-18 0 22,18 0-10,0 0-20,0 0-14,0 0-4,0 0 6,0 0 26,0 0 2,0 0 0,30 0 0,-30 0-38,32 20-18,-11-20-19,6 0-21,0 0 10,5 0 0,4 0 0,5 0-23,4 0-47,2 0-64,4-20-71,1 20-47,7-20-45,-5 20-65,4-24-104,-5 7-133,0 0 86</inkml:trace>
  <inkml:trace contextRef="#ctx0" brushRef="#br0" timeOffset="55630.919">6556 8637 3031,'-17'0'-3,"-1"-19"24,2 19 46,2 0 25,4-17 8,-1 17-23,4 0-46,3 0-25,4-15-4,0 15 2,0 0-2,0 0 0,39 0 0,-39 0-1,38 29 8,-12-29-4,1 21-5,0-21 8,5 23-2,-2-23 6,-2 23 0,-1-10-11,-3 2-11,-4 0 8,-1 0 4,-4 1 5,-6 1 15,-2 0-3,-6 1 3,1 0 0,-2 2 8,0-1-8,0 0-4,-40 3 1,40-2-23,-43 3-4,18-3 0,-4 1 1,2-1-23,-1-1-19,-2 0-50,5-4-72,-1 3-38,5-5-64,1-1-70,3-4-133,2-3-197,7-5 89</inkml:trace>
  <inkml:trace contextRef="#ctx0" brushRef="#br0" timeOffset="55911.361">7126 8503 2181,'0'-13'11,"0"3"21,0 0 17,-9 5 22,9-2-17,0 2-5,0 2-4,0 2 4,0 1 22,0 0-2,23 0-2,-23 0 5,0 0-19,16 31 6,-16-31 20,0 36-15,19-9 21,-19 4-13,10 5-20,-10 3-18,8 7-14,-8-2-2,6 4-11,-6 1-1,0-1 4,0 0-7,0-4 2,0-2 4,0-4-11,0-5 9,0-8-6,0-2-7,0-8 10,0-3-8,0-4-9,0-4-36,0-4-61,0 0-54,0 0-46,0-38-31,-21 14-41,21-4-35,-27-5-67,27-2-54,-34-1-20,13-2 88</inkml:trace>
  <inkml:trace contextRef="#ctx0" brushRef="#br0" timeOffset="57130.9327">7042 8749 3117,'0'0'37,"0"0"21,0 0 36,0 0 49,0-19-19,0 19-16,0 0-25,0 0-55,0-15-17,0 15-14,0 0-3,24 0 4,-24-12-2,50 12 1,-20-13-43,7 4-36,-2 0-55,4 0-51,3-3-12,-2 1-18,3 3 19,0-4-7,-5 1-14,1 0-25,-1 2-23,-8-1 40,-3 2 43,-6 2 82,-5-2 94,-3 4 72,-5 2 85,-4-2 53,-3 3 9,2 0 13,-3-1-16,0 2-28,0 0-16,0-3-32,0 3-46,0 0-32,0 0 5,0 0-5,0 0 13,0 0 50,0 0-17,0 21-1,32-21-26,-32 20-31,26-20-2,-26 27-15,33-12 15,-17 1-19,3 2 6,0-1-7,0 4-14,1-4 17,-1 2-15,-4-1-6,2 1 12,-2-2-12,-5-1 6,3-1-1,-5-3-4,-4 2 5,1-5-6,-5 0 21,0-4 13,0-1 8,0 1-4,0-5-15,0 0-5,-36 0-22,36 0 4,-34 0 7,12 0-7,0-27 15,-3 27-7,4-21-9,2 21 0,1-25-8,2 25 10,5-25-11,11 25 4,-8-23-19,8 12-29,0-2-16,0 1-42,41-3-5,-18 3-12,3-2-14,6 1-7,-1 1-11,3 3-5,-1 2 0,1 1 16,-2 5 10,-3 1 8,-4 0-2,-4 0 20,-1 26 26,-4-26 37,-3 30 50,-2-30-3,-2 33 6,-5-33 5,3 28-4,-5-13 43,2-3 4,0-12 20,2 16 8,-2-16-28,1 9 0,2-9-26,2 5 1,0-5-10,7 0 1,-3 0-4,2 0-15,6 0 2,-1-23-17,0 23 7,2-21 13,-1 21 14,-6-19 31,1 19 14,0-22 11,-4 10 14,-1-1 14,0-1-4,-6 3 11,1 0 3,-3-3-17,-2 1 0,-1-2-8,0 2-29,0 3-5,0 0-24,-24 3-25,24-1-5,0 3-6,-30 4 0,30 1 6,-24 0 4,24 0 5,-30 0-8,15 0 6,-3 24 3,0-24-8,2 17 6,-2-17 3,0 20-18,1-20 9,-2 24-1,2-9-14,1 1 20,0 3-6,-2-2 2,2 5 7,1-3-8,-1 5 7,2-4-5,3 1-10,3-3-3,1-1-9,4-1 20,1-4-9,2-1 1,0-2-1,0-1-4,0-3 13,0-1-3,30-3 2,-30-1 1,25 0 7,-25 0 1,30 0 6,-13-30-15,2 30-4,1-29 2,1 29-4,-1-32 6,-2 19-1,2-1 18,-3 1-6,-1 2 9,-2 11-8,0-14-15,-6 14-3,-1-10 1,0 10 18,-2 0 0,-1 0-7,-4 0 1,5 0-16,-3 0-4,2 0 1,-1 0-24,2 0-27,-1 28-7,0-28-30,3 0-9,-3 21 7,-2-21-36,5 0 23,-2 13-10,2-13-12,0 0 13,6 0 0,-2 0 9,2 0 18,3 0 50,2-26 4,0 26 40,-1-26 28,-2 26 24,-1-27 62,-1 27 28,0-26 27,-4 26-1,-3-20-35,-1 20 5,2-12-31,0 12-21,-7 0-11,1 0-22,-1 0 14,0 0 6,0 0 25,0 36 9,0-36-9,-25 39-10,25-16-8,0 2-34,0 0-6,0-1-16,0 0-18,-15-6 7,15 3 2,0-7 16,0-1 15,0-2 33,0-3 33,0-8 25,20 0-1,-20 0-43,0 0-31,0 0-47,0-27-8,0 27-1,0-43-4,0 15-2,0-2-8,0-7 16,0 3-12,0-1 11,0 0-5,0 1-17,0 4 19,26 1-22,-26 6 0,0 2-1,25 4-10,-8-1 12,4 3 4,1 4 4,8 4-2,0 3 1,5 4-12,3 0-15,-3 0 2,-1 25 3,-3-25 3,-1 41 0,-8-14-25,-3 3-23,-4 2-20,-4 3-22,-3 1-14,-5-4-46,-3 4-27,0-6-42,0-2-66,0-4-101,-22-7-191,22-5 1,0-4 110</inkml:trace>
  <inkml:trace contextRef="#ctx0" brushRef="#br0" timeOffset="57449.7303">9387 8526 3335,'-30'-11'-3,"30"2"21,-20 4 21,20-3-7,-21 0 33,21 5-30,-21 3-21,21 0 13,-20 0-34,11 33 23,-1-33-18,-1 37-6,-2-15 8,2 5-29,4-5 29,0 4 17,3-1-22,4-4 6,0 3-4,0-4-21,0-2 23,0-2 10,27 0-11,-27-2 16,34-1-14,-12-1 7,-1 2-18,7-4-3,-3 1 16,2-3-7,-2 0 14,-5-1 1,-2-1-10,-3 2-11,-3-5 20,-3 0-5,-3 0 0,-6-1 11,5 1-17,-5 1 3,0-2 3,0 2 10,0 4-6,-30 0 3,30 1-7,-37 3-22,12 0-16,-2 1-60,-5-1-57,1 0-42,-1-3-52,1-1-16,0 1-69,3-5-173,1-1-113,5-3 70</inkml:trace>
  <inkml:trace contextRef="#ctx0" brushRef="#br0" timeOffset="57962.0615">9944 8901 2127,'0'0'15,"-18"0"11,18 0 15,0 0 3,0 0-8,0 0-10,0 0-15,0 0 5,0 0-13,0-17 5,27 17-1,-27 0-5,0-18 31,21 18 29,-21-13 26,0 13 17,0-15-4,12 5-14,-12 1-12,0 1-14,0-4-6,0 3-9,0-1-7,-24 0 9,24 3-17,-18 0-6,18 1-2,-27 0-10,12 5 10,-2 0 0,1 1 5,-5 0 2,1 0 1,-1 0-6,1 28 2,-2-28-14,1 24 2,1-24-2,-2 32-13,1-15 8,1 1-12,0 0 2,4 3 6,-2-6-4,7 5 0,-1-1 6,4-5-8,6-1 2,1-1-3,1-2-5,0-3 0,0 0 8,28-6-2,-28 0 0,35-1 2,-16 0-10,3 0 3,2 0 3,3-32-3,0 32 3,-1-23-1,2 23-6,-5-22 6,-1 22-3,-1-18 6,-7 18 6,1-11-12,-4 11 3,-3 0 3,-2-7-6,-4 7 8,2 0-10,-1 0 3,-2 0-6,4 0-16,-2 26-5,1-26-37,-2 17-15,2-17-12,1 16-34,2-16-24,-2 16-45,0-16-31,2 13-46,1-13-72,-1 0-82,-1 9-53,6-9 93</inkml:trace>
  <inkml:trace contextRef="#ctx0" brushRef="#br0" timeOffset="58625.4782">10353 8792 2059,'18'-22'64,"0"-1"60,-7 2 79,-4 2 69,-2 2 5,-3 5-8,-1 1-30,-1 0-25,0 4-58,0 3-38,0 1-47,0 1-30,0 1-12,0 1-21,-21 0 8,21 0 2,0 0-11,-17 25 15,17-25 0,-19 26-19,5-26 11,3 36 0,-2-17-19,2 4 14,1-1-6,-1 2-8,6-2 17,1 2-19,2-3-1,0-1-14,0 1-17,2-1-20,0-3-25,0-2-9,27-2-20,-27-3-6,27-2-4,-27-3-8,44-3-16,-21-2 3,6 0 5,-1 0-9,5-31 29,3 31 38,1-39 31,3 12 31,-3-6 15,1-6-22,-4-7-5,-2-6 7,-4-8 19,-7-10 26,-6-2 28,-5-6 53,-2 6 35,-7-3 55,-1 4 39,0 6-7,0 8-5,0 10-25,-29 5-25,29 9-25,-30 7-24,30 6-44,-27 6-35,27 4-22,-24 5-28,24 5-4,-19 0-1,19 0 10,-14 0 8,14 35 2,-16-35 8,8 43-8,-4-13-3,4 7 2,1 4-3,-1 2 6,1 5 0,3 7 2,1 3-11,0 5-8,3 1-33,0 2-20,0 0-33,28 2-20,-28-8 5,29-4-29,-29-2-20,33-12-25,-33-2-26,33-10-5,-33-8 20,21-3 3,-21-9 3,16-6 7,-16-4-11,10 0 14,0-22 6,-5 22 46,0-42 54,-1 16 62,2 0 91,4-1 42,-6-1 37,1 5 3,1 3-9,-1-1-11,-1 5-22,5 0-2,-4 3-13,2 3 4,2-1 1,0 2-26,2 1-11,-1 3-22,1 0-10,2 0 12,-2 3-13,-2 0-2,2 2 2,3 0-8,-4-3-9,-2 3-9,3 0-9,0 0-15,-3 0 12,2 0 0,-1 21-5,-1-21 12,-1 19-7,3-19-2,-5 30 4,3-13 0,-3-1 2,2 7 1,2-4-7,-1 5 0,0-4-4,-1 4 1,3-2-11,-1 1-38,2-1-31,-4-2-47,1-2-32,-3-4-21,1-1-25,0-3-23,-2-2-74,0-1-169,-4-7-118,5 0 69</inkml:trace>
  <inkml:trace contextRef="#ctx0" brushRef="#br0" timeOffset="58793.9377">11092 8497 2436,'-10'-3'10,"3"2"-17,0-2-1,4 3-33,0 0-36,3 0-75,0 0-140,0 0-176,24 26-75,-24-26 93</inkml:trace>
  <inkml:trace contextRef="#ctx0" brushRef="#br0" timeOffset="59090.107">11453 8719 3007,'0'8'66,"0"1"34,-28-1 0,28 1 20,0-5-25,-31 7-12,31-2-5,-15 4-15,15 0-38,0 5-20,-11-1 14,11 1-16,0 0-3,0-3 3,0 0-9,0-1 5,0 0-1,0-4-8,20-1 15,-20-2 0,0-2 0,17-4-7,-17 0-18,0-1-2,20 0-16,-20 0 21,19 0-2,-8-30 17,2 30 14,1-29-14,-2 12 12,-2-3-10,-1-2 12,-2-1 30,-3-2 16,0 2 26,-3 0 7,-1 0-15,0 0-23,0 0-13,0 3-7,0 3-11,0-1-4,0 2-1,-26 0-18,26 5-8,-19 2 13,19 2-21,-25 2 11,25 1 5,-30 4-18,14 0-12,0 0-34,-2 0-35,4 25-44,-2-25-27,2 22-25,4-22-32,-1 24-19,1-24-58,1 28-53,2-15-116,3 0-147,4-13 84,0 17 112</inkml:trace>
  <inkml:trace contextRef="#ctx0" brushRef="#br0" timeOffset="59418.6838">11842 8660 3275,'2'0'29,"-1"0"50,1 0 17,-2 0 5,0 0 14,0 0-19,2 21 4,3-21-1,0 26-33,2-7-35,3 2-22,-3 0 0,4-1-16,1-1 13,-3-2 2,-4-2 11,0-3 10,2-3 25,-5-4 21,0-1 20,-2-4 31,1 0-21,-1 0-20,0 0-26,0-22-42,0 22-6,0-33-8,0 11 0,0-7 15,0 1 2,0-4 14,0 0-6,0-2-15,0 3-6,0 2-11,0 3-14,0 3 11,29 6 6,-29-1-8,21 3 17,-21 5-8,27 3-12,-13 2 19,3 2-9,-1 3 0,3 0-10,-2 0-22,0 36-7,-1-36-39,-5 42-9,0-13-23,-8 2-40,-2 1-26,-1 4-31,0 0-51,0-2-28,-42 0-12,42-3-52,-41-1-58,21-6-136,-5-3-114,2-8 108</inkml:trace>
  <inkml:trace contextRef="#ctx0" brushRef="#br0" timeOffset="59825.0755">10394 8603 2735,'-3'0'10,"2"0"16,1 0 2,0-26-5,0 26-10,36-22-29,-14 22-45,12-27-60,5 13-85,9-5-107,6 2-114,4-4-138,5 0 63,0-3 121</inkml:trace>
  <inkml:trace contextRef="#ctx0" brushRef="#br0" timeOffset="69967.989">3840 13167 1604,'0'0'34,"0"-8"17,0 8 11,0 0 8,0 0-15,0 0-17,0 0-1,0 0-19,0 0-1,0 0 19,0 0 27,0 0 37,0 0-2,0 0 10,0 0-17,0 0-13,0 0-1,23 0-21,-23 0-6,0 0-2,19 20 0,-19-20-12,21 0 4,-10 0 4,1 18-16,4-18 7,1 0-14,3 14-1,-3-14 3,3 11 9,0-11-5,3 8-2,2-8 9,-1 7-6,4-2 14,-1 1-13,3-1-5,4-3-2,1-1-10,3 2 5,-1-1-12,8 2 4,-2-4-10,3 0 4,-4 0 4,3 0-9,2 0 4,2 0 3,2 0-8,2 0 16,3 0-16,4 0 1,4 0 21,2 0-25,4-23 16,-2 23-5,1 0-15,1 0 18,-1 0 9,-3-10-16,-1 10 1,-6 0-21,-3 0 0,-4-10 26,-5 10-13,-5 0 17,0 0-8,-5 0-28,-1 0-7,-2 0-42,1-20-22,0 20-11,5-19-41,4 19 4,5-21-40,5 21-49,2-28-34,4 15-114,6 0-130,-3-4 10,-2 1 92</inkml:trace>
  <inkml:trace contextRef="#ctx0" brushRef="#br0" timeOffset="87635.369">1119 13757 1892,'0'-14'-1,"-26"14"23,26-11 26,0 11 29,0-11 18,0 11 5,0-5-28,-12 5-17,12-4-11,0 1-16,0 2-1,0-3-11,0 4 14,0-3 6,0 3 25,0-2 4,0 0 0,0 1 0,0 1-9,0 0 0,0-2-8,0 2-10,0 0-15,0 0-8,0 0-10,0 0-16,0 0 13,0 0-3,0 0-2,0 0 10,0 0-16,-16 0 8,16 28 5,0-28-17,-12 25-16,12-8-27,-9 3-21,9 3-20,-9-5-24,5 3-47,2 1-62,2-2-109,0 1-124,0 0-71,0-5 80</inkml:trace>
  <inkml:trace contextRef="#ctx0" brushRef="#br0" timeOffset="87963.3076">1168 13448 2066,'5'-4'3,"-3"0"15,1 0-1,-2 3 2,2-2 23,-1 3 21,2 0-3,2 0 9,-1 0-17,1 0-42,5 0 17,-2 22-7,4-22-8,-1 25 4,0-25-6,-1 32-1,2-10 20,-4 2-7,0 2-17,1 2 6,-5 2-18,-2-2 20,-3 4 8,0-3 2,0 3-1,-27-1-16,27 1 5,-40-2-9,15 1-6,-4 0 6,-3-2-34,-4 2-33,-2 2-53,-3 1-73,4-3-74,0 1-100,1-2-150,-1-1 42,3 0 100</inkml:trace>
  <inkml:trace contextRef="#ctx0" brushRef="#br0" timeOffset="89023.4547">954 15949 2550,'0'-12'10,"0"0"-6,0 3 24,0-2 12,0 1 25,0-3 18,0 6-18,0 1-10,0-1-35,0-1-18,30 1-1,-30 0-4,27-3-1,-27 1 11,38 1 2,-17 4 3,-2-4 3,2 2-1,-2 2 4,-4 0-6,1 1 12,-5 2 4,-3 1-1,-3 0 14,-5 0-1,10 0 6,-10 21 24,0-21-4,0 25 4,0-6-2,0 4-30,-34 5-2,34 0-12,-35 1-17,13 2 8,-1 1-15,1-3-7,-1-2-8,2-2 12,1-2 9,3-1-14,0 0 22,4-7-27,0 1 5,3-3 22,3 1-21,4-2 2,-2-3-26,3-1-6,2 1-5,0-3-19,0 0 8,0 0-6,25-1-2,-25-5 11,22 2-12,-22-2-41,32 0-33,-11 0-34,2 0-52,1-26-22,2 26-43,-2-25-102,1 25-139,-5-34 70</inkml:trace>
  <inkml:trace contextRef="#ctx0" brushRef="#br0" timeOffset="89287.5867">1125 15779 2713,'0'-18'5,"24"-5"0,-24 7 0,0 1 10,21 3 4,-21 0 10,20 0 19,-5 9 7,1-2-2,2 5-5,2 0-16,1 0-6,1 0 20,-1 0 6,0 30 26,-2-30-4,1 28-27,-4-28 0,0 30-15,-1-11 21,-2 2-5,0 1-6,0 1 6,-6 3-33,1-1 9,-2 6-1,-3 2-9,-3 2-2,0-2-6,0 4 0,0 0-18,-40 3-16,40-1-33,-40 1-63,15-1-71,-4 1-71,-1-2-63,-2 2-105,-2-3-163,0-2-38,-1-2 99</inkml:trace>
  <inkml:trace contextRef="#ctx0" brushRef="#br0" timeOffset="136002.8633">7662 5562 1474,'0'0'29,"0"0"17,22 0 25,-22 0 26,0 0-7,0 0-7,0 0-11,0 0-13,0 0-17,0 0 0,0 0-14,0 0-8,0 0-5,0 0-7,0 0 8,0 0 16,0 0 14,0 0-1,0 0 1,0 0-11,0 17-12,0-17 4,19 0-1,-19 0-1,0 14 3,21-14 5,-21 0 5,19 10-3,-8-10 8,3 7-6,3-7 3,1 6-3,-3-5-11,6 2 4,0-2-9,2 0-1,0-1 1,4 0-8,0 0 8,3 0 14,2 0 6,7 0 4,-1 0-16,5 0-15,-3 0-6,6 0-9,-2 0 1,1 0-1,-2 0-3,-3 0 2,-4 0 5,2 0-3,-1 0 2,-2 0-2,-3 0-2,-6 0 3,6 0-3,-2 0 0,-5 0 5,4 0-2,2 0 1,-2 12 3,5-12 3,2 0 6,-1 0 11,5 0-4,8 0 4,-6 0-6,6 0-20,2 0 5,3 0-11,-1 0 9,2 0 4,-2 0-7,-1 0 8,-1 0-8,-2 0-1,-4 0 4,1 0-7,-6 0 1,1 0 10,-4 0 0,-3 0 2,1-17 9,0 17 1,0 0 6,0-14-5,1 14-12,-1-9-1,2 9-4,2-10 7,-2 5-2,3 0-2,-1 2-1,-1-1-4,2 2-1,1-1-1,-4 0 0,3 3-2,-3-2 5,2 2-5,0 0 6,2-3-2,-1 3 2,-2-1-6,3 0 8,0-1-2,0 1-4,-3 0 13,1-2-13,2 3 2,-4 0-2,0 0-5,-3 0 2,2 0-2,-3 0 9,-4 0-2,1 0-2,-4 0 2,-2 0 0,-2 0-2,-5 0 2,1 0-5,-3 0-11,-1 14-4,-5-14-9,1 0-11,0 0-9,0 0-15,-2 0-21,1 0-17,2 0-22,2 0-30,-2 0-43,3 0-44,2 0-84,-2 0-59,2 0-70,4-18 8,-1 18 123</inkml:trace>
  <inkml:trace contextRef="#ctx0" brushRef="#br0" timeOffset="138161.4316">18348 5671 1291,'-2'0'49,"-2"0"22,0-7 38,-2 7 29,5 0-26,0 0-1,0 0-22,1 0-24,0 0-4,0 0-7,0 0 2,0 0 9,0-3 1,0 3 4,0 0 4,0 0 5,0 0-3,0 0 4,0 0 4,0-3 1,0 2 2,21 1 0,-21 0-15,24 0-10,-8-1-11,0-2-16,8 1 2,1 0-15,4-1-3,3 1-1,2 0-8,2-1 7,1 1-1,3-1-2,1 1 3,3-1 4,-2 3-7,1-4 5,-6 0-9,0 3 8,-2-2-2,-3 3-13,-6-2 2,-2-1-13,-1 1 9,-5-1-1,-2 2 6,0-2-3,-2 3-4,-3-4 4,5 3-6,-2-2-1,3 2 4,-1-2 5,3 0-3,5 1 3,-1-3-10,0 2-4,4-1 7,-4 1-1,1-3 8,2 0-9,1 1 2,-2 0-2,4 1 3,1-1 3,1-3-2,9 4-5,0-4-6,6 1 13,-1 2-4,3-2 7,2 1-7,2-2-6,1 3 1,-5 0 4,2 0 6,1-2 2,-3 2-5,-2-2-3,-4 1-4,-2 0-16,-1 1 10,-1-2-14,-7 2-1,-2-2 10,-1 1-13,-5 2 7,0-4-7,-2 1-11,2 1-21,-7-2-35,6 0-17,-1-1-26,-2-1-33,1 1 6,-1-2-49,-3 0-52,-2-1-57,-2 2-53,-1-4-74,-4 1 66,-6-1 115</inkml:trace>
  <inkml:trace contextRef="#ctx0" brushRef="#br0" timeOffset="139942.0458">5231 6740 1034,'0'2'13,"25"-2"-7,-25 0 18,17 3 26,-17-3 13,18 0 25,-18 0-9,23 0-9,-11 0-2,0 0-24,4 0 5,-3 0-18,1 0-18,-1 0 14,-1 0-12,-2 0 11,0 0-2,1 0-6,-2 0 5,-2 0-11,1 0 6,3 0 8,1 0-2,1 17 29,0-17-4,2 0-7,2 0 5,3 0-26,5 0-2,0 0-3,2 0-16,2 0 6,3 0-9,0 0 3,6 0 11,-1-17-5,1 17 4,4 0 7,7 0-1,4-15 0,2 15 6,11 0-13,3-10 0,7 10 3,7-7-15,1 7 9,3-2 2,0 2-11,0-3 11,-4 1-9,-4 2-2,-4 0 6,-2 0 2,-5 0-7,-5-1-7,-2 1 9,-3-1-10,3-3 5,-6 1 6,4 1-8,2-2 9,-3-1 8,5 1-12,0 1-2,2-2-2,1-1 0,8 0 9,-6-1 4,7 2-2,2-3 1,1 1 3,2-1-6,5 2 11,-1 1 0,3-2-1,7 1 4,1 2-19,1 0 0,2 1-3,1 1-1,1 2 16,-1-1-4,-1 1 1,-8 0 1,-5 0-17,-5 0 8,-5 0-11,-8 0-3,-1 0 19,-5 0-2,-7 0 6,-4-19-2,-2 19-25,0 0 5,1-14-27,-1 14-12,0 0-12,2-12-68,8 12-42,1-12-72,1 12-78,2-12-103,0 5 68</inkml:trace>
  <inkml:trace contextRef="#ctx0" brushRef="#br0" timeOffset="140113.9103">12088 6507 1182,'0'0'13,"0"0"12,-27 0-8,27-21-10,-24 21-18,24 0-17,0 0 4,-23 0-21,23 0-54,0 0-92,0 0-98,0 0 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2-05-04T03:37:54.3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18127 4299 2504,'0'-3'17,"0"-2"40,0 1 41,-21 1 36,21-2 21,0 3-13,0 0-23,0 1-25,0 1-33,0-2-15,0 2-4,0 0 7,0 0 7,0 0 9,0 0 18,0 0 5,0 0 11,0 0-9,0 26-10,0-26-16,0 25-8,0-6-11,15 1-14,-15 6 6,0 0-17,0 3 2,0 6 3,0-1-10,0 3 13,0-1-20,0 1-1,-24 1 1,24-2-6,0-3 24,0-1-5,-19-2-1,19-7 6,0 1 2,0-7 12,-18-2 3,18-6 2,0-3-3,-9-4 18,9 0 5,0-2 8,0 0-4,-5 0-38,5 0-12,-3-39-14,1 17-13,0-2 11,0-5-7,0-9-4,2-4 10,0-1-8,0-4-2,0 0-4,0 1 3,29-3 3,-29-1 3,30 4-11,-13 1 5,3 3-5,4 3 1,-1 2 13,6 6-6,1 4 0,-1 2 0,-3 7 0,2 3-6,2 7 4,-3 3 8,2 5-6,-2 0 6,0 0-2,-2 36-5,-1-15 0,0 7-11,-2 4-9,-3 7-21,-6 1-25,2 5-4,-6-2-24,-3-2-3,-2 5 0,-3-6-22,-1-5-1,0 1-36,0-3-44,0-7-43,0-1-37,0-7-32,-22-3-30,22-1-83,0-4-175,0-8 18,-19-2 105</inkml:trace>
  <inkml:trace contextRef="#ctx0" brushRef="#br0" timeOffset="171.9255">18327 4478 3153,'-20'0'-2,"4"0"12,-1 0 14,9 0 8,3 0 8,1 0-12,4-17-13,0 17-10,0 0-18,44 0-25,-18 0-49,3 0-71,7 0-60,4 0-59,0 0-85,-3 0-143,0 0-91,-1 0 84</inkml:trace>
  <inkml:trace contextRef="#ctx0" brushRef="#br0" timeOffset="821.1641">19412 4217 2646,'4'-8'25,"-4"3"29,0-4 46,0 3 49,0-1 17,0-2 16,0-1-10,-20 3-15,20 1-30,0 2-29,0-3-37,-20 2-15,20 3-12,-14-2-7,14 1-1,-17 1-14,5 0-3,0 1-3,0 1 4,-5 0 9,3 0 1,-5 0 6,3 0 1,1 26-11,-3-26 8,1 17 1,-5-17-3,0 28-2,-3-14-1,5 2-4,-3 4 2,-1-1-3,-4 3 8,4 1-8,-1 2-5,3-3 2,-2 1-2,5 0-8,-3-1-1,6-1 3,2-1-5,1 0 14,5-2 2,0 0-4,5-1-1,2-1 1,1-2 4,0 1 9,0-2 6,0 0 0,34-1 14,-34-1 6,34-2-11,-13 1 7,0-2-12,7-2-5,0-1 3,4-3-5,1 0-17,0-2 0,2 1 1,1-1-15,-2 0 4,0 0 7,-6 0-8,-3 0 0,-2-24 20,-6 24-9,0 0 9,-4 0 14,-4-17-8,-7 17-7,4 0-2,-5 0-19,-1-12 7,2 12 0,-2 0-9,0 0 15,0 0-3,0 0-10,0 0 3,0 0-15,0 0-7,0 0-7,0 0-10,0 0-16,0 0-19,0 0-10,0 0-26,0 0-25,0 0-36,0 0-42,0 0-50,0 0-42,0-23-31,0 23-31,0-18-46,0 18-95,0-15-145,23 3 93,-23 0 137</inkml:trace>
  <inkml:trace contextRef="#ctx0" brushRef="#br0" timeOffset="9477.3825">19941 4173 1192,'0'0'0,"0"0"11,0 0 33,0 0 25,-11 0 27,11-17-10,0 17-6,0 0 3,0 0-11,0 0 28,0 0-16,0 0-16,0 0 6,0 0-10,0 0 5,0 0-1,0 0-7,0 0-12,0 0-10,0 0 2,0 0-12,0 0 2,0 0-7,0 0-12,0 0 2,0 0-9,0 0 2,0 0-1,0 0-2,0 0-4,0 0 15,0 0 9,0 0 20,0 0 10,0 17-10,0-17 2,0 10-21,0-10 1,0 17 9,0-8-4,0 3 7,0 0-6,0 0-6,0 2-2,0 2-5,0-1 1,0 2-8,0 1 1,0-1 5,0 2-6,0 0 0,0 1-3,0 0-9,0 3 5,0 0 5,0-2-3,0 1 2,0 2-3,0 0-5,0-2 0,0-2 1,0 1 0,0-3-5,0-3-13,0-3-25,0-2-45,0-5-56,0 1-81,0-4-74,0-2-129,0 0-164,0 0 28,0 0 97</inkml:trace>
  <inkml:trace contextRef="#ctx0" brushRef="#br0" timeOffset="10159.7167">20472 4250 1839,'-5'0'36,"-3"0"27,1 0 47,4-15 37,-1 15-1,-1 0 13,2 0-20,0 0-17,-4-9-17,6 9-28,1 0-18,0 0-12,0 0-15,-2 0-7,2 0-8,0 0-13,0 0-3,0 0-5,0 0 3,0 0 28,0 0 16,0 23 6,0-23-5,0 22-11,0-9-23,0 5-4,-20-2 8,20 4-18,0 2 15,-15 1-1,15 0-6,0 1 7,0 2-5,0-1-2,-11 3 2,11-4-3,0 1-1,0-1 2,0-1-3,0-3-5,0-3-16,0-2-29,0-4-36,0-1-38,0-2-36,0-1-1,0-7-17,0 3 0,0-3-24,0 0-103,0 0-87,0 0-138,0 0 57,0-31 134</inkml:trace>
  <inkml:trace contextRef="#ctx0" brushRef="#br0" timeOffset="10458.053">20393 4350 2204,'0'-11'54,"14"2"42,-14 0 36,11 4 22,-11-4-27,2 0-21,1 1-31,2 2-26,4 1-27,1 0-19,2 2-19,5-1 16,1 4 0,5 0 4,2 0 9,3 0-17,-1 0 2,1 0-3,-2 28 6,2-28 6,-7 21-6,0-21-2,-2 26 1,-8-11-6,5 2 3,-3 1 7,-4 0-1,2 1 3,-4 1 2,2 0-8,-1 2-3,0-2 5,-6 1-12,-2 0 10,0-2 0,0 1 2,0-1 7,0 0-10,-34-4 3,34 2-10,-40-1-16,18-1-22,-5 2-29,-5-2-35,-6 1-22,-2 1-27,-3 0-44,-3 0-74,-1 0-102,0-2-135,-2-1 33,4-5 115</inkml:trace>
  <inkml:trace contextRef="#ctx0" brushRef="#br0" timeOffset="11232.2806">17645 3977 1456,'4'-2'21,"-1"1"15,-1 1 13,-1 0 7,1 0-32,-2 0-4,1 0 0,0 0 29,3 0 35,-2 0 4,3 24 13,0-24-3,-2 20-18,3-20 19,-1 29-14,-1-11-21,0 0 8,2 4-27,0 1 1,-2 3-5,2 2-8,-1 3-10,-2 2-9,3 3-7,-4 3 1,0 5-1,-1 2-2,-1 4 6,0 1-8,0 8 9,0 0 3,0 4-6,0 0 8,-28 1-8,28-5 0,0-3-2,-21-3-2,21-7 3,0-5 0,-14-7-3,14-5 0,0-4 6,0-4-15,-10-6 6,10-1-3,0-4-3,0-3 13,0-4-11,0 0-11,0-3-45,0 0-52,0 0-41,19-28-73,-19 28-60,0-38-95,0 10-94,0-3-6,10-5 103</inkml:trace>
  <inkml:trace contextRef="#ctx0" brushRef="#br0" timeOffset="13172.0827">17658 4018 1262,'-9'-9'4,"9"-1"22,-5 1 30,5 0 18,-5 3 16,3-2-19,2 3-23,0 0-16,0 1-5,0 1 0,0 1-2,0-1 10,0 0-11,0 2 5,22-1 14,-22 0 1,0 0 14,24 0-8,-24-2-12,21 1 5,-6 1-9,4-1 8,6-1 1,-1 0-6,4 0 10,6-2-4,5 0 2,1 1-1,-1-3-15,5 2-2,5-1 2,7-1-5,6 1-2,1-3-7,8 2-17,7 1 7,8-1-5,0 1 1,4-4 8,4 4-14,0 1 5,4-2-2,-3 0 3,-1 2-5,-6-2 0,-1 2 3,-1-3 0,2 1 3,-2 1-4,-1 0 0,4-2-6,3-1 7,4-1-2,4 0-3,-2 1 1,-3-1-1,3 1 4,-4-1 2,-9 2 3,1 2-1,-6-2-2,-3 1-3,-2 2 4,-2-1-4,-3 3-4,-3-3 6,1 0-4,-3 2-2,-2-2 8,-3 1-6,-8 1 2,-4 0 4,-6 0-4,-8 1 5,-4 0-3,-4-2-2,-8 2 14,-4-2-6,-6 2 4,0 0 11,-6 0-14,0 0 14,0 1-8,-2 3-8,0-2-7,0 0-6,0 2 3,0 0-2,0 0 7,0 0 1,0 0-2,0 0 3,0 0 1,0 0-1,0 0-3,0 0-4,0 0 3,-20 0 2,20 0-3,0 0 4,0 15 2,-11-15-19,11 0 22,0 0-2,-8 15-13,8-15 23,0 13-12,-1-6 5,1 0 8,0 4-10,0-2-1,0 3-1,0 2 2,0-2 4,0 5 0,26-1-2,-26 5-1,23-1 4,-23 3-4,25 1 2,-25 4 9,27 3-13,-27 3 12,17 2-8,-5 1-12,-12 2 15,9 2-10,-9 0 4,4 1 4,-4 0-10,0 2 7,0-2 3,0 0 1,0 0-1,0 0 2,0 1-3,0 0 5,0-3 0,0 6-6,23-2 12,-23 0-3,18 4 3,-18-2-2,16 1-2,-16-2-11,24 1 5,-15-5 4,3 3-3,-3-5 8,-2-5-8,1-2-2,-3-3-4,-1-3 7,-4-5-2,1-3-1,-1 0 2,0-3-9,0-5 4,0 0 3,0-2-3,0-2 4,0 1-6,-19-2-3,19-2 1,0 0-2,0-2 4,0 2 2,-19-3-2,19 2 6,-12-1-2,3 0-5,-1 0-5,-1 1 3,-3-1-3,-1 0 4,0 0 13,-5 2-13,-1-2 0,1-1 0,-7 3-4,0-3 2,-4 0 1,-5 1 6,-7 2-9,2-1 8,-6 0-2,-2 1-9,-7 0-1,-2 0 8,1 1-3,-6-1 3,-1 2 4,1-3-9,-3 4-4,-3-2 7,-1-1-5,2 1 4,-1-1 8,-1 1-6,4 1 8,-5-3-5,4 2-7,0-2 5,2 2-3,1-1 3,-1 1 0,2-1 0,2 2-5,4-3-7,1 3-2,1 0-15,3 0 1,-1-2 2,1 1 3,7-1 7,-3 1 3,4-1 1,-3 1-3,4 0-1,-4-3 1,5 4-2,-1-5 3,-3 2 8,-1-1 2,1 0 8,-2-1 0,2 0-6,1 1 0,0-1-3,0 0 1,4 0 7,0 0-6,0 0-3,2 2 7,4-2-5,1 0-5,2 1 10,4-1-5,-1 2 0,5-2 6,1 2-12,2-2 5,-1 3-3,3-1 5,0 0 1,3 1 1,-3-1-3,4 1 3,-1-1 3,1-1-2,1 3 3,1-3-4,-2 0 3,4 2-6,1-1 2,-3-2 3,1 3-2,2-1 3,-3 0-1,2-1 1,-1 2-2,-1-2-3,2 1 9,-4 1-6,4-3 5,-6 0-4,3 1-6,-2 2-5,4-2 4,-1 1 9,1-2-9,4 1 10,-3 1-4,3-2-1,0 2 6,-1-2-2,4 0-1,-1 3-2,-2-3-1,0 0-2,-1 2 0,1-2 4,1 0-1,2 2 2,-5-1 2,3 1-3,-4 0 1,3-2 1,-2 1-5,3 1-4,-3-1 7,-1 2 8,2-2-5,0-1 8,2 1 5,-2 1-2,0-2 9,0 2 6,5-2 0,0 0-2,0 0 0,3 0-3,-1 0-12,2 0-2,0 0-1,0 0-15,0 0 4,0 0-2,0 0-1,0 0 9,0 0-2,0 0 2,0 0-6,0 0 1,0 0 2,0 0 1,-26 0 3,26 0-4,0 0 13,-17 0-3,17 0 11,0 0 5,-14 0-14,14 0 0,-9 0-3,9 0 0,0 0-2,0 0 4,-6 0 1,6 0-3,0 0 1,0 0 3,0 0-2,0 0 10,0 0 6,0 0-4,0 0-8,0 0-5,0 0-5,0-12-7,0 12 6,0 0 1,0 0-8,0 0 7,0 0-7,0 0 1,0-6 0,0 6-3,0 0 3,0 0-7,-18 0 6,18 0-1,0 0-4,0 0 7,-15 0-1,15 0-2,-11 0 6,5 0-4,0 0-2,-1 0 3,1 0 1,1 0-5,-1 0 1,2 0 2,0 0 2,1 0 4,-2 0-12,3 0 11,0 0-15,-2 0 6,2 0 10,-1 0-10,0 0 9,-2 13 2,-1-13-2,0 0 1,1 0-5,0 0-7,-1 0 2,-2 8 4,-3-8-6,6 0 11,0 0 6,-3 4-3,0-4 13,0 2-4,1-2-6,-2 0 2,3 3 2,-2-3-6,1 0 4,2 0-4,-2 0-1,4 0 6,-2 0-3,2 0 1,2 0-2,0 0-2,1 0-1,-2 0 2,2 0 14,0 0-6,0 0 5,0 0 10,0 0-16,0 0 13,0 0-3,0 0-3,0 0 4,0 0-7,0 0 9,0 0-1,0 0-2,0 0-1,0 0-10,20 0-18,-20 0-1,0 0 3,16-17 2,-16 17 16,16 0 0,-5-13-4,0 13-1,2-12 3,-2 12 6,3-11 5,-3 3 1,0 2 0,3-2-4,-5 0-1,0-1-7,1-4-6,1 1-6,-2-4-2,-2-1 0,1-3 1,1-4-6,0-5-10,-1-2-11,-1-4-43,-3-5-38,1-3-59,-1-1-58,0-1-41,-3 3-82,-1 0-108,0 6-224,0 0-6,0 4 128</inkml:trace>
  <inkml:trace contextRef="#ctx0" brushRef="#br0" timeOffset="20177.2364">22047 4330 3083,'0'0'-2,"0"0"15,0 0 27,-26 0 38,26-19 15,-19 19-10,19 0-11,-20 0-38,20 0-8,-14 0 2,14 31-13,-13-31 7,13 42-6,-9-16-3,9 2 5,-5 5-14,5 3 2,0-1-2,0 0-7,0 1 9,0 0-16,0 1-18,0-3-24,0 2-32,0-3-8,0-3-28,0-2-23,0-3-21,0-3-55,0-7-30,0-2-52,0-10-118,0 0-128,0-3 32,0 0 100</inkml:trace>
  <inkml:trace contextRef="#ctx0" brushRef="#br0" timeOffset="20417.7272">22031 4388 2811,'0'-23'12,"0"0"30,-27 3 56,27 1 47,0 0 13,0 2-17,0 3-57,0 0-47,0 4-32,0 5-12,0-1-1,37 4 1,-13 2 2,-3 0 0,5 0 0,6 0-4,-3 0 3,3 31-15,-5-31-12,-2 30-10,-6-14-18,4 4-4,-10-1-4,-3 3-9,-10 0 9,0 2 5,0-1 9,-30 0 13,30 4 9,-47-4-8,18-2-2,2-2-5,-3-2-30,-3-3-26,9 1-57,-6-5-58,-1-4-74,6-2-90,-5-4-85,4 0 29,2 0 105</inkml:trace>
  <inkml:trace contextRef="#ctx0" brushRef="#br0" timeOffset="20926.1928">22196 4284 2333,'15'-7'12,"6"2"17,-8 3 8,5-1 26,0 0 2,2 2 1,3 1-4,0 0-20,1 0-13,3 0-19,0 29-7,2-29-2,-2 25-6,-2-25 1,0 32 1,0-15-14,-4 1-5,-2-2-12,-2 4-8,-5-4 5,-3 1 13,-3-2 9,-2-5 9,-4 1 4,0-3 2,0-1 18,0-2 26,-25-3 2,25-2-7,-25 0-3,25 0-17,-30 0 14,30 0 5,-27-24-6,27 24-1,-22-26-18,22 26-2,0-32-12,0 14-3,0-5-6,0 1-3,0 1-6,35-3 0,-35 2 9,41 0-3,-14 4 15,-3 1-6,3 4-1,-2 2 2,-2 4-7,0 2 2,-4 3 6,0 2-1,-2 0 1,1 0 6,-6 24-5,2-24 6,-4 27-1,-1-8-4,-1 0 5,-2 1 3,0 2-8,-3 0 9,6-3-26,-4 1-11,3-2-10,1-3-15,1-2 17,1-2 2,0-3 21,5-3 4,-1-2-5,3-3 7,-3 0-1,2 0 7,-4 0 9,3-26-6,-3 26 8,-3-22 8,-1 22 5,-3-28 19,-2 10 1,-1 0 1,-2-2 2,-1 0-12,0 1 2,0-2-4,0 2-3,0 2-16,0 0-9,-23 2-1,23 3-10,0 2 8,-25 1-7,25 4-1,-16 0-10,3 3-11,-3 2-19,-2 0-35,-7 0-23,4 0-44,-8 0-36,2 29-61,0-29-88,3 23-107,2-23-54,1 23 93</inkml:trace>
  <inkml:trace contextRef="#ctx0" brushRef="#br0" timeOffset="21326.2766">23307 3734 2536,'-17'-9'-5,"17"1"-4,-14 4 1,14 4 2,0 0 7,-9 0-4,9 0 8,0 34-8,0-34 10,0 41 3,0-16 4,0 0 10,0 0 13,21 1 18,-21-2 19,0 1 8,22-3-14,-22 2-5,16-1-11,-16 2 3,0 0 9,11 3 17,-11 4-16,0 1-15,0 3-15,0 4-18,0 1-5,0 0 2,-26 4-7,26 0-2,0 0-3,0 0 1,-16 0 3,16-4 7,0-2-4,-12 0-1,12-7 2,0-1-5,0-5 13,0-1 6,0-8 0,0 0-4,0-5-6,0-4 0,0-2 12,0-1 8,0-5 2,0 0-2,0 0-23,0 0-6,0 0-11,0 0-21,0-22-22,-22 22-43,22-20-43,0 20-31,-18-26-34,18 9-41,-15 3-20,15-3-65,0-2-67,0-2-103,0-2-29,0-6 111</inkml:trace>
  <inkml:trace contextRef="#ctx0" brushRef="#br0" timeOffset="21566.4976">23404 4180 2681,'0'-14'33,"0"2"36,0 1 51,0 2 47,0-1-10,0 2-23,0 2-44,0 1-54,0 3-24,0 2-15,0 0-2,0 0 1,31 0-3,-31 0 6,0 29-5,28-29 6,-28 24 2,26-24-6,-26 31-13,21-14-9,-21 0-8,16 1-5,-16 0 3,0 2 5,0-4 8,0 2 2,0 1 8,-24-4 5,24 1-1,-30-1-17,9 0 1,-3-3-14,-5 1-22,1-5-17,-1 2-35,-2-2-38,2 0-23,5-2-22,3-3-49,5 1-78,3-4-100,4 0-84,9 0 88</inkml:trace>
  <inkml:trace contextRef="#ctx0" brushRef="#br0" timeOffset="22097.656">23489 4304 2181,'12'0'29,"2"-8"21,2 4 25,-1-2 34,4 0-10,-2 0-1,3-1-15,-1 2-33,2-2-8,2 1-20,4-1-10,0 3 2,-1-2-12,1 0 0,-3-2 3,3 3-2,-1-3-1,-1 2 2,-5-4-6,2 2 10,-4 0 5,-1 1 5,-4-1 11,-3 0 7,0 1 12,-3 2 18,-4 1 16,-1-1 1,-2 1-6,0 2-21,0-1-22,0 0 0,-26 0 5,26 1 15,-26 1 12,8 0 1,-2 1-3,-3 0-8,2 0 2,-5 0-14,1 24-11,1-24-4,-2 24-10,5-24-2,0 31-1,1-14-4,3 1-6,-2 0 0,6 2 0,-1-2-1,3 1 0,6-1-7,-3 0 1,7 0-10,1-3-13,0 0-9,0-2-18,0 1 0,0-4-1,29 0 4,-29-3 4,25-1-14,-4-3-7,-1-3-2,5 0-4,2 0 4,2 0 14,4 0 3,0-28 14,3 28 20,-3-30 8,-4 30 9,3-32 13,-7 14 7,-3 0 13,-3 1 19,-5 0 11,0 3-1,-5 4 6,-3 1-6,-4 3-10,3 1-11,-3 5-21,-2-3-18,2 3-10,-2 0 0,0 0-4,0 0 10,0 0-2,0 23 7,0-23-1,0 20-1,0-20 3,0 23-7,25-23 8,-25 25-5,0-16-7,21-9 9,-21 18-10,14-12 5,-14-6 3,21 11-15,-12-9-7,10-2-31,-1 0-24,-1 0-20,10 0-14,2 0-13,2 0-7,4 0-33,0-24-29,2 24-17,0-22-46,1 22-24,1-27-56,-2 8-58,-6-3-61,3-5 66,0-7 114</inkml:trace>
  <inkml:trace contextRef="#ctx0" brushRef="#br0" timeOffset="22446.16">24814 3892 2784,'0'-32'24,"0"3"43,0 0 54,-28 5 69,28-4 5,-26 0-3,26 5-24,-30 1-41,30 7-29,-27 2-42,27 3-40,-20 5-8,20 3-19,-12 2 2,12 0 14,-12 27-18,12-5 19,-14 7-1,4 6-2,-2 8-6,2 6 9,-6 2 7,3 5 3,9 2-3,-5-3-6,0 0-17,3-1-18,2-3-16,-2-6-11,6-4 5,-3-5 5,3-7 29,0-4-4,0-6 24,0-5 12,0-4 5,0-4 19,0-5-21,26-1-8,-26 0-9,0 0-7,25-23 2,-10 23 4,2-32 2,-1 32-1,3-34-1,3 15-1,-4 4 2,-4-1 0,-2 4 10,3 2 7,-7 10 6,-1-15 4,3 15-12,-7-8-9,3 8-11,-2 0-9,-2 0 10,3 0-2,1 0 3,-2 0 2,-4 23-4,0-23 8,3 22-10,0-22 1,-1 26-28,1-11-24,1 1-13,3-1-23,-1 2-29,2 0-48,0-2-45,0-1-39,-1-2-33,-3 3-28,4-6-74,-5-2-123,3-5-55,2-2 94</inkml:trace>
  <inkml:trace contextRef="#ctx0" brushRef="#br0" timeOffset="22883.2477">24921 4259 2653,'0'-6'9,"-24"0"22,24 3 15,0 0 12,0 0-5,0 0-24,0 3-19,0 0-9,30 0-6,-30 0 3,23 0 4,-23 20-6,27-20 2,-10 20-5,-4-20 3,4 23 4,-3-23 1,4 20 4,-6-20-6,3 19 1,-5-19 3,4 12 1,-2-12 6,-3 7-4,2-7-4,-3 0 1,0 0-7,-5 0 5,4 0-5,-3 0 3,1-26 4,-3 26-4,0 0 16,-1-25 11,4 25 13,-3 0 21,-2-18 3,0 18-12,0 0-18,0 0-15,0 0-23,0 0 3,0 0 5,0 0 6,0 0 14,0 0 2,0 22 0,0-22 1,0 16 1,0-16 10,0 20 12,0-20 2,0 16 3,0-16-4,0 14 2,0-14 0,0 13 0,0-8-1,25 0-2,-25 0-5,28 0 3,-28 0-3,30 0-2,-14 1 12,1 4 0,1-2-4,-4 1-8,-1 3-22,-1 3-8,-2 2-7,1 0 4,-6 4 5,-1-1-6,-3 2-2,-1 2-7,0-3-4,0 0 9,0-1 0,-24 0 0,24-1 2,-21-1-29,21 1-27,-32-2-51,13 2-48,-1-3-48,-5 2-29,-1-4-31,-4 3-38,-2-5-27,-1 3-84,3-3-132,-4 0-92,-4-2 99</inkml:trace>
  <inkml:trace contextRef="#ctx0" brushRef="#br0" timeOffset="23141.5904">23755 5230 3117,'-44'3'7,"-2"0"12,8-1 33,-3 1 11,10-3 3,4 0-11,5 0-35,3 0 2,8 0-22,5 20 3,1-20 2,5 0-6,0 0 9,0 20-1,0-20-5,29 0-28,-29 18-42,39-18-30,-10 0-42,5 8-33,0-8-14,10 0-54,8 0-47,4 0-87,3 0-124,6-24-26,7 24 95</inkml:trace>
  <inkml:trace contextRef="#ctx0" brushRef="#br0" timeOffset="30552.2799">17533 7807 3080,'-32'0'-4,"32"0"1,-39 0 3,18 0 5,21 17 41,-29-17-1,29 24 22,-18-2 0,18 1-42,0 3 10,0 6-29,0 3 2,35 4 6,-35 2-11,37 0 1,-37 1-8,38-3 11,-21-1 4,-1-4-11,0-3 8,-16-4-11,21-3-1,-21-5 15,15-7-5,-15-1 42,0-5 45,6-1 23,-6-5-13,0 0-35,0 0-38,0-31-35,-26 31 8,26-41-2,-24 16-11,24-9 10,-34 3-3,17-7-3,-2 0-3,1-2 3,0-2 0,3 2 0,5-1 4,10 3-13,-9 0 1,9 2 0,0 4-13,35 3 16,-9 6-1,4 3 10,3 3 1,3 8-5,2 4 6,3 5-10,-1 0 13,-1 26-5,-2-26-9,-2 48 3,0-13-19,-3 4-16,-5 3-25,-1 4-28,-6 2-19,-1 2-28,-3 1-13,-3-7-14,-6 3-22,0-6-35,-1 1-41,-3-6-86,-2-5-138,0-9-25,-1-5 89</inkml:trace>
  <inkml:trace contextRef="#ctx0" brushRef="#br0" timeOffset="30716.2">17497 8165 2900,'-12'0'-5,"5"0"-5,5 0 1,2 0-5,0 0 11,0 0 5,35 0 1,-35-18 6,53 18-6,-18 0-17,6-17-28,4 17-42,3-13-56,-1 3-55,3-2-85,-3 3-113,-1-3-158,-6-1 42,-3 1 113</inkml:trace>
  <inkml:trace contextRef="#ctx0" brushRef="#br0" timeOffset="30953.115">18237 7820 3047,'0'-13'3,"-36"-1"1,16 2 58,20 1 31,-22-1-5,22 3 1,-14 4-59,14 2-20,0 3 4,0 0-3,0 25 3,26-25-11,-26 40 5,27-14-3,-27 3 4,38 5-2,-18 0-8,-5 4 8,5 1-19,-6 0-31,2 1-45,-5 0-52,2 0-33,-13-4-23,15-3-13,-15-3-11,10-3-50,-10-3-72,4-7-82,-3-4-94,0-9 97</inkml:trace>
  <inkml:trace contextRef="#ctx0" brushRef="#br0" timeOffset="31336.2769">18156 8122 2613,'-19'-11'18,"3"3"11,2 0 32,5 3 24,1-4-27,8 0-8,0-2-44,0 4-9,41 2 4,-16-4-8,6 1 17,3 1-9,6 2-4,0 0 3,1 0 2,3 4-18,-4 1 16,-4 0 4,-2 0-5,-7 0 11,-4 27 3,-3-27 29,-8 31 14,-5-9 36,-5-1 14,-2 2-15,0 2 1,0 2-33,0-1-13,-24 2-19,24-4-10,0-4-5,0 4-8,0-3 5,0-2-12,0-2-3,0-5 6,0 0-2,0-2 9,39-3 6,-19-2-22,3-5 14,0 0-16,2 0 3,1-28 14,1 28-15,-3-26 14,0 26-3,-5-38-1,-1 18 1,-5-1 12,-3 0 3,-1-1 22,-3-1 24,-2 1 5,-4 1 7,0 1-9,0 2-23,0 2-13,-30 2-7,30 4-19,-34 1-2,11 1-13,0 3-4,-6 4 10,-4 1 8,-2 0 0,-1 0-36,1 0-46,1 28-61,-1-28-55,0 23-29,4-23-31,2 26-27,3-26-57,3 26-104,5-14-162,5 0 24,4-3 116</inkml:trace>
  <inkml:trace contextRef="#ctx0" brushRef="#br0" timeOffset="31952.7929">19013 8170 3229,'0'0'27,"-41"0"43,19 0 3,2 0 5,4-19-5,16 19-17,-25 0 12,25 0 7,0 0-17,0 31-23,0-31-8,0 38-11,25-16-7,-25-3-8,33 2-1,-33 1-1,36-3 0,-19 0 6,-17-3-6,29-2 6,-29-4 10,21 3-5,-21-9-3,12-4 0,-12 0-14,11 0 1,-5 0 9,2-27-16,-1 27 15,3-36 1,0 15-7,0-3 6,4 3-13,-1-2 0,-1 4 4,0-2-3,1 5 6,-3 3 3,0 3 1,1 2-2,-4 8 1,-1-4-8,0 4-2,1 0 12,1 22-6,0-22 9,-1 33 2,-1-12-7,3-1 8,1 2-8,-1-5 1,2 0-1,-1 1-2,2-5 0,1-13 3,0 15-3,2-15 7,-5 0-1,0 0-6,5 0-1,-5 0-3,4-32 8,-3 32 1,1-36 7,3 18-12,-2 2 0,4-3-1,-6 4-5,2-2 12,-4 5-3,-2 12-5,1-16 0,-6 16 0,1-8-5,-2 8 8,2 0 2,-2 0 3,3 26 0,0-26-1,2 25 6,-3-25-9,6 36 3,-3-20-1,2-16-5,3 23 3,-2-23 1,4 16 1,-4-16-1,4 0 3,1 0 5,0 0-8,-2 0 2,4 0 3,-2-29-6,2 29 0,1-30 4,-2 10-9,0 3 9,2 0 5,-3 1-1,-1 3 11,-1 1-12,-1 3 9,-2 9-16,-3-11-3,-1 11-1,0 0-3,2 0 15,0 0-10,-1 0 6,1 25-3,0-25-6,1 29 9,2-13 1,0 2 5,1 3-8,2-3-7,3 1-28,-1 1-31,7 1-35,1 1-49,-2-6-40,2 4-47,-1-3-41,2-5-83,1 0-116,0-9-203,0-3 84</inkml:trace>
  <inkml:trace contextRef="#ctx0" brushRef="#br0" timeOffset="32085.205">20030 7893 2627,'-26'-8'-3,"1"1"1,0 0 2,5 4-4,4-4-20,4 3-32,4 4-51,6 0-57,2 0-113,0 0-147,0 29-126,42-29 62</inkml:trace>
  <inkml:trace contextRef="#ctx0" brushRef="#br0" timeOffset="32544.8432">20623 8183 2884,'-22'0'12,"-2"0"75,1 0 58,0 0 26,4-20-15,-3 20-78,10 0-61,1 0-18,11 0 1,-15 0 4,15 0 6,-6 0-11,6 0 3,-4 20 0,0-20 3,2 20-1,-3-4 12,0-1-2,-1 3 2,4-2 15,-7-1-18,3 3 9,-1 1-6,-1 3-12,3-1 11,0 1-8,2 4 0,2-1 3,1 4-9,0 0 2,0-2-7,25-1 8,-25-3 6,35-3-4,-13-2 2,2-4-6,6-4-5,4-6-10,0-4 3,5 0-13,-5 0 5,3-35 7,1 35 4,-3-45 6,-3 17 3,-4 0 19,-4-2 13,-4-4 26,-3 8 27,0-2 11,-10 4 16,-1 5-4,-4 0-11,-2 6-7,0 3-26,0 4-18,0 1-21,0 0-23,-23 3-3,23 2-6,0 0 4,0 0 3,-24 0-4,24 0 7,-20 27-7,20-27 8,-15 17 1,15-17-8,-12 31 13,12-12-14,-5 3 8,5 2-2,0 0-38,0 3-34,0 0-39,27 0-27,-27 0-24,0-4-14,32 1-23,-32-4-31,25-1-22,-25-1-31,25-6-37,-25-3-66,23-4-103,-10-5-138,-3 0 91</inkml:trace>
  <inkml:trace contextRef="#ctx0" brushRef="#br0" timeOffset="32681.2744">20996 8006 2527,'-26'-15'8,"9"2"3,3 2 2,3 4 5,11-1-23,-16 3-44,16 3-41,-10 2-71,10 0-93,0 0-118,0 0-169,0 20 52,0-20 107</inkml:trace>
  <inkml:trace contextRef="#ctx0" brushRef="#br0" timeOffset="33168.0328">21301 7993 3178,'0'0'46,"-47"-15"85,23 15 46,3-12 15,21 12-47,-34-12-76,19 12-21,15 0 15,-14 0 16,14 24 3,0-24-18,0 40-29,0-9-17,0 1-7,36 5-5,-36 6 1,29-2 6,-29 5-2,32 4 0,-14 1 3,-1-2-8,4-1-25,-6-5 11,1 1-9,-2-3 11,-5-12 14,2-5-10,-7-6 20,2-8-16,0-4 9,-2-4-2,5-2-18,2 0 11,1-28-7,3 28-2,4-34 6,-1 34 3,1-40 3,2 22-4,1 3 11,-2-2-11,1 3 2,1 14-8,-2-17 3,0 17 0,2-10-2,-3 10 13,2-9-8,3 9-4,-3-4 10,-2 4-3,0-1 2,3-2 25,-4 3 5,3-4 23,-5-3-6,5 1-8,-4-4 4,6-2-11,-3-3 8,4 0 8,-4-1 1,0 0 6,3 4 0,-5 1-13,2 2-18,-8 3-9,0 3-14,-3 2-2,-1 1-11,-3 0 8,0 0 8,0 32 10,-5-32-1,2 44-13,0-15-1,3 9-6,0 1 10,4 2-1,-3 3-5,3 0-3,0-1 6,7-2-15,0-3-40,-1-2-40,-1-7-45,-3-3-34,2-5 27,-1-7-23,-1-1 15,-7-6 13,1-2-19,-5-5-6,0 0-66,0 0-56,0 0-51,-24-28-62,24 28-67,-42-31-140,19 11-15,-12-2 129</inkml:trace>
  <inkml:trace contextRef="#ctx0" brushRef="#br0" timeOffset="33303.7596">21542 8465 3257,'-17'-23'55,"9"2"52,4-5 9,4 2 14,0-7-58,51 5-53,-17-2-10,10 2-15,9 5 0,7-2-15,5 2-31,2-1-81,8 5-91,-4 0-113,-2 3-150,-2 4-252,-4-3 28,-9 6 127</inkml:trace>
  <inkml:trace contextRef="#ctx0" brushRef="#br0" timeOffset="35419.6614">18107 8947 2080,'-13'-3'17,"-2"1"38,0 2 30,-1-2 37,1 2 0,-2-1-20,-3 1-11,-2 0-17,1 0-3,-3 0 5,4 28-9,0-28-14,1 27-8,0-8-13,-2 2-2,3 1-10,1 3-2,2 0-7,3 3-10,0-1 6,4 1-3,2-2-7,4 1 5,2-4 3,0 2-2,0-2 2,32-4-5,-32-2-10,38-3-5,-11-4 3,5-3-19,-1-4 13,6-3 0,5 0-24,1-25 17,3 25-8,2-36 4,-2 11 34,-2 1-13,-2-5 1,-5 5 8,-6 2 4,-5 0 34,-6 6-6,-5-1 24,-3 7 1,-6 1-12,-1 9 3,-3-10-30,-1 10-19,-1 0-2,0 0-1,0 0-1,0 0 7,0 29 1,0-29 0,0 26 3,0-26-7,33 31-1,-33-31 7,30 27-5,-9-27 9,2 17-12,2-17-1,6 12 5,1-12-2,1 0 9,1 0-2,0 0-14,-3 0-1,-1-24 4,-4 24 2,-4-23 21,-2 23 12,-8-27 21,-4 10 7,-3 3 8,-5-2-5,0 0-24,0 0-7,-27 2-20,27 1-13,-38 2 4,16 4-5,-3-1-2,-1 3 7,-4 1-8,0 4 2,0 0-18,-2 0-42,1 0-36,0 0-49,2 32-32,4-32-21,-1 24-38,6-24-40,-1 27-96,6-27-90,6 27-99,4-16 88</inkml:trace>
  <inkml:trace contextRef="#ctx0" brushRef="#br0" timeOffset="35989.0208">18921 9143 2741,'6'0'2,"-5"-6"18,0 6 10,-1 0 10,0-4-2,0 4-16,0 0 3,0 0 1,0 0 11,0 0 2,0 24-10,23-24-11,-23 22-8,0-22-4,27 21-2,-27-21 4,19 15-2,-19-15 16,16 0 25,-16 9 6,14-9 13,-14 0-21,19 0-27,-11 0-6,5-28-15,-3 28 7,2-27-2,2 27-9,-3-29 4,3 13-3,-1 3 6,-3 13-2,0-23 0,-1 23 1,-1-15-8,-2 15 9,3 0-8,-1 0 2,1 0 7,2 0 9,-1 0-1,3 30-4,3-30-5,2 28-5,0-28 1,3 29 6,-4-15 1,0-14-6,2 24 12,-5-24-9,0 16-1,-5-16 5,-1 6-6,-1-6 4,5 0 8,-1 0-6,-1 0 2,1-31 1,3 31-4,2-29 12,-3 29 3,0-32 6,-4 15-5,2 3 0,-2 0 1,0 1-3,-4 1 5,1 2-7,-2 1-9,5 4-6,-3 5-9,-4-8-1,0 8 3,-2 0-3,5 0 12,-1 0-2,1 0-2,3 0 8,0 27-6,2-27 2,2 18 5,3-18-5,0 21 4,0-21-6,4 19-2,-4-19 8,3 20-8,-1-20 6,1 17 7,-1-9-3,-3-2 16,-3 1 5,-1-2 1,-1 3 8,-5-4 11,-4 2 7,0 2 22,0-1 4,0 1-12,0 4-20,-37-2-20,37 3-20,-39 1-7,16 3 2,-5-3-4,0 1-1,-4 2 4,0 1-13,-2-2-44,3 0-45,-2 0-62,7-2-37,1 0-19,5-4 3,5-3-14,4-3-62,2-4-84,6 0-121,3 0-154,0-38 112</inkml:trace>
  <inkml:trace contextRef="#ctx0" brushRef="#br0" timeOffset="37748.6593">20118 9105 2277,'0'0'13,"0"0"42,0 0 11,0 0 15,0 0-14,0 0-35,0 0 5,0 0 1,0 0 20,21 0 7,-21 26-3,19-26-14,-19 26-20,16-9-7,-6 5-6,2-3-2,-4 3 1,0 2-6,0 0-10,-3-2 4,-1-1-1,2 0-2,-3-2-24,-3-2-53,1-1-67,-1-3-81,0-3-89,4-3-104,-3-1-186,4-6 83,1 0 116</inkml:trace>
  <inkml:trace contextRef="#ctx0" brushRef="#br0" timeOffset="37894.2693">20303 8835 2301,'0'-9'5,"-23"4"-1,23-1-8,-21-1 0,21 2-33,0 3-46,0 2-25,0 0-55,0 0-95,0 0-76,38 30-129,-38-30 56</inkml:trace>
  <inkml:trace contextRef="#ctx0" brushRef="#br0" timeOffset="38164.0623">20651 8981 2396,'0'5'30,"0"3"42,0 1 38,-33-2 24,33 0-8,-38 3-35,19-1-37,-5 8-16,3-2-22,4-1 3,1 1-9,5 2-3,11 0 4,-13-2-10,13 3 7,0-6 1,0 1-6,0-2 3,44-1 2,-44-2-8,45-3-3,-17 4 0,6-6-8,0-1 8,-3 0 3,-3 1-2,-5-1 8,-3 1-9,-6-1-3,-2-1 3,-12 0-2,8 4 3,-8-1 11,0 0 0,0 1 2,0 2-2,0 0-3,-25 3-1,25 3 1,-34-3-5,11 1 5,-4 1-14,-2 2-32,-3-4-41,-3 0-57,0 2-49,1-4-50,-2-2-53,0-1-90,4-3-140,2-2 1,3 0 100</inkml:trace>
  <inkml:trace contextRef="#ctx0" brushRef="#br0" timeOffset="38347.5722">20736 8914 3114,'0'-5'0,"0"2"55,0-3 23,0 2 7,-25-1-6,25 3-52,0 2-18,0 0-5,0 0 8,0 37-5,0-16-2,0 3 1,31 5-3,-31 2-3,0 3-64,29 2-60,-29 1-77,15-1-93,-15 4-58,0-2-122,15 0-179,-15-6 81,14 2 117</inkml:trace>
  <inkml:trace contextRef="#ctx0" brushRef="#br0" timeOffset="38505.2754">20944 9303 2764,'-23'-13'0,"3"5"35,0 2 22,6-2 9,14 0-22,-14 2-73,14 2-81,0 1-72,0-2-57,35 5-116,-35-2-126,43-1-95,-14-2 80</inkml:trace>
  <inkml:trace contextRef="#ctx0" brushRef="#br0" timeOffset="39132.0248">21328 9317 2468,'0'0'22,"-29"0"40,29 0 30,0 0 17,-21-24-24,21 24-47,0 0-24,0-22-17,0 22-6,25-19 10,-25 19-6,32-15-7,-32 5 6,39-2-3,-19 3-3,0-3 10,-3 2 1,-4 0 4,-13-4 6,24 2 10,-24 2 20,11 0 15,-11 0 15,0 0 1,0 3-10,0 0-14,0 2-9,-29 1-8,29 4 8,-23-3 4,23 3 2,-28 0 0,28 0-9,-29 0-2,13 0-8,4 0-2,-4 0-6,3 21-4,-1-21 5,1 0-9,0 23-4,3-23 6,1 25-19,-2-12 9,8 2 1,-4 2-6,5 0 7,2-1-11,0 2-23,0-1-21,0 1-22,0 0-26,35-1-7,-35-4-16,37 0-6,-16-3-2,3-2 8,-2-1 4,5-4 29,0-3 27,7 0 30,-3 0 30,5 0-1,-3-20-5,1 20 14,-3-23 15,-6 23 22,-4-28 39,-5 11 23,-6 1 33,-6-2 21,-2 1 13,-2 0-10,0 2-15,0-1-21,0 6-13,-29-2-27,29 6-29,0 1-22,0 2-28,0 3-10,0 0-1,0 0 1,0 0 3,0 26 8,0-26-1,0 27 0,0-27 1,23 31-6,-23-13 14,22-1-10,-22-2-2,23 0 5,-23-2-17,22-1 11,-22-3 7,22-9 4,-13 12 13,-9-12 25,13 6 17,-7-6 15,0 0 5,0 0-22,2 0-24,-2 0-23,3-30-15,-3 30-6,2-26 1,3 26 1,-5-30-3,3 14 1,5 1-8,-1-2-1,3 3 0,0 2-8,6 2-12,1 0-10,0 2-9,-1 3-2,0 0 14,-1 4-18,-2 1-8,0 0-10,1 0-18,-4 0 7,-2 32 1,3-32-5,-1 32-33,-1-14-36,0 1-52,-2 3-37,-1 0-32,-2 0-73,1 0-45,3-8-176,1 1 79,4-3 132</inkml:trace>
  <inkml:trace contextRef="#ctx0" brushRef="#br0" timeOffset="39821.8255">22638 9157 2837,'-36'-14'73,"36"2"59,-24 0 55,24 4 23,-28-2-72,28 3-57,-24 6-53,24 1-14,-20 0 8,8 0 10,1 0-6,2 28 15,-3-28-11,4 26-16,-1-26 9,0 30-24,1-14 5,5-2 0,-4-1-3,5-13 2,2 22-8,-2-22 12,0 13-10,2-7 0,0-6 6,0 6-29,26-6-1,-26 0-27,36 0-16,-9 0 9,1 0 8,2 0 26,5-23 17,-2 23 12,-1 0 2,-3-20-6,-2 20-2,-2 0 4,-1 0-4,-6-11 10,0 11-2,-4 0 4,-3 0 0,0 0-4,-2 0 8,-1 0-4,-3 0 5,2 22 5,0-22 5,-2 0 12,5 0 2,-2 0-4,3 15-11,2-15-15,5 0-6,-2 0-2,4 0 9,1-30-3,-1 30-6,4-20 8,-3 20-16,-3-26 7,1 26 7,0-24 1,-4 12 9,1 0 10,-3 12 4,-3-15-1,-1 15-3,1-10-16,-7 10-2,4 0-8,-1 0-3,-1 0 6,0 0-2,1 30 3,2-30 0,-5 29 6,9-29-1,-4 29 0,0-29-5,1 26-7,-1-26 4,2 17 3,1-17 16,2 0 4,-1 0-5,5 0 0,4 0-1,-1 0 12,4 0-1,-1-25 5,1 25-13,2-18-12,3 18 2,-4-17-8,-4 17 26,2 0-26,0-16-3,-5 16-4,-1 0-14,0 0 20,-6 0 4,-2 0 1,3 33-2,-1-33 3,-1 38-8,2-18 0,1 6 5,-1 4-3,-1-2 4,1 4-1,5 4-2,-8-2 9,0 2 1,-4 1-5,-4 4-5,-1-1-2,0 1-9,0-1 7,-41-1-10,18 1 2,-12-6 2,-7-1 2,-1-4 5,-6-8 4,-1 0 14,-1-9-13,-1-3 31,5-5-3,4-4-14,8 0 13,3 0-23,7-42-5,6 17-10,11-6 15,6-4-36,2-8-4,0-3 0,36-3-53,-5-4-8,3 4-53,7-2-37,1 7-19,6-4-18,-5 12-3,0 2-13,-1 3-6,-9 7-48,-3 5-84,-5 6-95,-8 3-105,-4 1 104</inkml:trace>
  <inkml:trace contextRef="#ctx0" brushRef="#br0" timeOffset="40640.3392">19878 10871 2786,'-14'-6'7,"-1"-1"45,4 0 47,1 2 17,3-2-10,3 1-43,1 5-34,0 1-16,3 0 20,0 24 10,0-24-8,0 43-4,24-12-16,-24 4 0,0 5-6,33 2-4,-33 4-5,26 0-24,-26 0-39,21-1-54,-21 0-69,19-5-75,-19-3-59,15-1-100,-6-5-172,-2-3 7,2-6 102</inkml:trace>
  <inkml:trace contextRef="#ctx0" brushRef="#br0" timeOffset="40973.147">20617 11108 3375,'0'-18'51,"0"1"63,0 5 26,-37 2 5,37-2-55,-32 6-64,11 5-24,2 1-3,-1 0 8,4 27-4,-3-27 3,2 34-4,1-16-8,0 5 4,2-2-10,4 0 6,2 0-5,8-4-4,-9-1 7,9-3-6,0 1 2,0-4 7,0-1 1,31 0-1,-31-4 7,42 3 12,-14-3-16,1 0 7,6 2-13,1 0-3,1 1 12,0-1-1,-5 2 10,-4-2-11,-1 1 0,-6 1-1,-6 0 4,-1-2-6,-9 0 1,-1-2 5,-4 1-7,0 0 13,0-1 2,0-1-9,-27 3 2,27 1-8,-46 0-14,16 1-34,-9-2-40,-6-1-46,-6-1-27,-2 0-20,0-2-26,3-2-45,3-1-80,2 0-111,5 0-171,7 0 48,4-22 121</inkml:trace>
  <inkml:trace contextRef="#ctx0" brushRef="#br0" timeOffset="41768.4664">21060 11104 2364,'-13'-4'16,"7"0"25,0 1 24,0 0 12,1-1-9,1 1-24,2 0-28,0 1-8,2 2-9,0 0 1,0 0-5,0 0 11,0 0 18,0 0 18,0 0 35,0 0 10,0 0 17,0 0-5,0 0-1,0 0-18,0 0-23,0 0-3,0 0-24,0 0 6,0 0-9,0 0-12,0 0-5,0 0-5,0 0-10,0 0 3,0 0 0,0 0 4,0 0 2,0 0 1,0 0-3,0 0-8,0 0 3,0 0-1,0 0 4,0 0 4,0 0 7,0 0-5,0 0 1,0 0-5,0 0-6,0 0 4,0 0 0,0 0 0,0 0 0,0 0 0,0 0 0,0 0 0,0 0 4,0 0-6,0 0 3,0 0-10,0 0 0,0 0-10,0 0-13,0 0 9,0 0-20,0 0 20,0 0 1,0 0-1,0 0 17,0 0-8,0 0 15,0 0 2,0 0-1,0 0 7,0 0-15,0 0-2,0 0 0,0 0-12,0 0 3,0 0-6,0 0-11,0 0-15,0 0-14,0 0-14,0 0-22,0 0 3,0 0-14,0 0-9,0 0 6,0 0-9,0 0 13,0 0-12,0 0-42,0 0-86,0 0-83,0 0-146,0 0 57,0 0 113</inkml:trace>
  <inkml:trace contextRef="#ctx0" brushRef="#br0" timeOffset="42291.9992">21123 11093 2489,'0'0'23,"-34"0"22,34 0 21,-19 0 8,19 0-6,0 0-18,-20 0-2,20 0 0,0 0-9,-9 0 4,9 0-8,0 0-4,-9 26-2,9-26 8,-3 23-14,-4-23 7,3 27 9,2-11-12,-3 1 11,-1 1-4,3-2-10,1 1-9,1-1 2,1 4-11,0-2-8,0 0 15,0 0-15,33-1 2,-33-1 9,33 1-14,-12-5 9,3 1 0,2-4-10,4-1 5,0-1-7,3-6-2,1-1 1,-4 0 0,1 0-1,-2 0 7,-4-28 0,1 28-2,-6-32 8,0 13 0,-6-3 20,-2-2 3,-1-4 12,-8 0 23,0-4 0,-3 2 17,0-1-2,0 4-4,0-2-9,-29 4-14,29 2-6,-24 5-23,24 4-17,-34 3 8,18 3-8,-4 0 0,0 5-2,0 3-3,-5 0-5,-1 0 3,0 22 9,2-22-6,-3 26-5,2-26-27,0 32-31,4-15-55,4 1-29,-1 0-21,7 0-23,2-1-17,1-2-23,8 1-34,0-1-48,0-3-85,0-3-177,40-7 53,-40-2 104</inkml:trace>
  <inkml:trace contextRef="#ctx0" brushRef="#br0" timeOffset="42507.4139">21642 10757 3267,'0'-25'13,"-31"5"72,31 2 61,0 7 29,-26 0-11,26-1-74,0 4-62,-16 8-35,16 0 5,0 0 2,0 0-2,0 33 4,31-13-2,-31 7 4,27 8 5,-27 3 3,27 6 1,-27 4-16,27 1-53,-14 6-54,1-4-77,-1-2-52,0 1-10,0-4-11,0-4 0,0-5-4,-1-3-6,3-5-44,0-4-40,2-8-98,-2-5 30,3-5 109</inkml:trace>
  <inkml:trace contextRef="#ctx0" brushRef="#br0" timeOffset="43187.9064">22209 11146 2668,'6'-11'27,"-5"-1"37,-1 2 25,4-2 30,3 1-9,-4-1-27,3-1-15,-5 4-26,3-1-8,0-3 1,0 1 16,-4-3-17,5 5 4,-4-5-1,-1 3-24,0 3 20,0-4-18,0 5-6,0-2-2,0 3 5,-28-4 4,28 7-8,-27-2-6,27 2-3,-27 1-2,27 2 9,-27 1 2,14 0 1,1 0-3,-5 0-1,5 29 8,-3-29-6,3 27 12,-3-27 1,-1 35-3,0-14-2,4-1-8,-1 4-2,2 0-7,0 3 15,2 0-11,2 1 6,1-1 1,1-2-14,2-1 7,3 0-10,0-4 3,0-5 5,0 0-9,30-2 13,-30-6-1,27-4-7,-7-1 6,-20-2-3,36 0-4,-18 0 8,0-32-1,-1 32-4,2-29 1,-1 29-6,-5-33 4,1 33 0,1-29 12,-4 29-5,3-22 16,-8 22 11,4-16-21,-5 16 10,-1 0-18,-4-5-12,1 5 18,-1 0-5,0 0 10,0 0-2,0 30-2,0-30-1,0 24-8,0-24-3,0 28-1,26-28 5,-26 26-1,0-26 2,27 17-3,-27-17-17,22 8-6,-8-8-11,1 0-12,4 0 9,-3-28 9,3 28-5,2-34 24,-4 10-12,4-2-3,-3-5 23,2-1-8,-2-7 6,1-2-2,-2-5-25,1-6-22,-2-2-9,-5-5-10,2-4 14,-4-2 19,-3-3 17,0 4 22,-6 3 40,0 3 36,0 7 33,0 4 20,0 7-2,-26 9-9,26 6-21,-26 3-2,26 8-28,-29 4-10,29 4-17,-30 2-19,30 4-1,-29 0-15,16 0 12,1 34 3,0-12-9,2 3 27,-1 6-9,4 3-3,1 3 8,4 6-31,1 3 4,1 4 4,0 2 5,0 6 3,0 1-4,30 3-5,-30 2-19,29-1-30,-9-2-23,-2-3-37,3-5-24,-2-7-7,2-7-9,-1-10-19,-10-3 0,4-9-10,-2-7-16,-6-5-19,1-5-64,-5 0-67,2 0-132,-3-32-152,2 32 54,-3-41 112</inkml:trace>
  <inkml:trace contextRef="#ctx0" brushRef="#br0" timeOffset="43427.4539">22582 10962 2588,'-16'-2'28,"16"-3"32,-13 2 45,13 3 38,0-5 1,0 1-21,0 1-41,0-1-36,0 2-17,0-2-28,22 3 18,-22 1-14,29 0-10,-29 0 10,32 0-10,-14 0 24,4 0 16,-1 0 8,1 0 7,-3 0-2,-2 0-8,4 0 1,-4 0-4,1 0-1,-5 26 4,1-26-1,-3 21-9,0-21-3,-1 29-12,-2-12 3,1 0 0,-1 0-1,2 3 2,-1 0-16,1 3 5,5 0-5,-1-1-2,2 0-36,2 2-55,-3 0-56,3-3-76,-4-4-35,0-2-37,-4-1-50,-1-4-101,-3-3-190,-4-7 30,0 0 104</inkml:trace>
  <inkml:trace contextRef="#ctx0" brushRef="#br0" timeOffset="43549.1159">23009 10778 2109,'0'-8'-15,"0"2"-31,0 3-57,0 3-110,0-4-147,0 2-121,0-4 56</inkml:trace>
  <inkml:trace contextRef="#ctx0" brushRef="#br0" timeOffset="43960.3867">23305 10947 3343,'-17'0'22,"17"0"55,-27 0 24,27 0 13,-20-19-8,20 19-50,-19 0-5,19 0-6,0 24-8,0-24-4,0 29-19,0-9-11,29 2 3,-29 2 2,0 1-15,23 0 17,-23 0-9,0-1 1,0 3 13,20 0-17,-20-1 0,0-1-5,11-1 0,-11-3-6,6-2-1,4 1-6,-5-5-3,6-1 9,1-5-5,1-1 7,3-4-2,4-4 2,-4 0-1,1 0-2,2 0 6,-4-32-1,2 32 7,3-35 6,-3 15-8,3-3 5,-4-3 5,1-1 11,-3-2 13,2 1 1,-7-1-5,-5 3 1,2-1 3,-6 5-4,0 2-7,0 1-3,0 4-13,-37 1 5,37 5 9,-34 0-17,15 1 3,-4 6-4,-4-1 2,0 3 7,-2 0-4,0 0-11,1 0-20,3 28-33,-1-28-37,1 24-28,2-24-37,5 21-24,-2-21-18,9 25-21,0-25-21,5 18-24,4-18-40,2 12-79,0-12-138,0 7 25,40-7 99</inkml:trace>
  <inkml:trace contextRef="#ctx0" brushRef="#br0" timeOffset="44299.9509">23793 10943 2972,'0'0'39,"0"0"53,0 22 49,0-22 15,-30 0-34,30 24-42,0-12-46,-18 2-8,18 1 5,0 2-15,0 0-1,0-5-5,-14 1-10,14-3 10,0-2 11,0-1 17,0-2 28,0-2 32,0-2 22,0-1 11,0 0-8,0 0-35,0 0-28,0 0-23,0-24-14,0 24 1,0-32 8,0 14-7,0-3 2,0-2 2,0-2-7,0-2-7,0 0-13,0 0-2,0 3-5,28-2-1,-28-1-1,34 6 6,-11 3-3,2 3-1,-2 2 5,3 5-29,0 4 1,-2 3 12,0 1-16,-4 0 30,2 27-7,-4-27 2,0 43 12,-8-13-33,-2 1 0,-5 10-33,-3 0-32,0 0-10,0-2-50,-29 2-27,29-3-31,-30-1-52,30-8-27,-33-2-54,33-3-94,-37-6-195,22-5-39,0-6 110</inkml:trace>
  <inkml:trace contextRef="#ctx0" brushRef="#br0" timeOffset="44629.168">22879 10957 2157,'-5'5'34,"3"-2"28,-2 1 35,4-1 5,0-3-39,0 0-23,0 0-47,27 0-2,-27 0 9,40-23-8,-11 23 13,2-20-21,8 20-39,4-20-26,4 20-39,5-24-57,1 7-72,1 2-92,4 1-156,1-1 60,-7-4 103</inkml:trace>
  <inkml:trace contextRef="#ctx0" brushRef="#br0" timeOffset="45607.6026">20269 12118 2616,'-6'0'19,"1"-18"49,-1 18 59,-1-17 55,4 17-1,-1-14-44,1 14-54,0-6-55,0 6-8,3 0 26,0 0 24,0 29 18,0-29 0,-1 44-20,0-13-18,1 6-16,0 6-11,0 1 1,0 2-11,0-3-7,0 3 2,0-4-12,0-2-30,20-1-29,-20-3-44,0-5-42,16-3-18,-16-2-20,0-4-27,17-4-29,-17-4-29,10-5-46,-10-4-40,11-3-100,-5-2-66,2 0 101</inkml:trace>
  <inkml:trace contextRef="#ctx0" brushRef="#br0" timeOffset="45841.1303">20303 12347 2463,'0'-25'16,"-15"1"45,15 2 61,0 1 43,-16 3 19,16 2-26,0 3-47,0 0-32,0 4-35,0 2-3,26 3-11,-26 4-2,35 0 8,-11 0-25,2 0 0,4 29-9,0-29-3,3 34 16,-1-15-7,-3 3 5,4 1-5,-5 1-12,1 1 6,-5 1-2,-5-1 0,-1 1 3,-6-1-12,-4-2-13,-6-2-13,-2 0-7,0-1-2,-29-2-12,29 0-6,-48 1-27,16-4-25,-5-1-36,-3 1-44,-8-1-41,-2-2-52,-1-1-81,-1-2-108,-2-2-56,7-2 87</inkml:trace>
  <inkml:trace contextRef="#ctx0" brushRef="#br0" timeOffset="46781.5252">20922 12421 3187,'-37'0'31,"14"0"67,2 16 38,21-16 19,-30 0-24,30 0-49,-25 18-31,25-4-21,-14 1 3,14 0-15,0 4-11,0 0 0,0-1-6,0-2-1,0 2-8,24-5-10,-24-1-33,31-4-33,-11-3-33,5-5-29,5 0 2,-2 0 1,2 0 31,1-34 41,-2 34 19,0-40 27,-1 19 21,-5-3 2,-4 0 15,-2 0 21,-3 3 20,-2 3 34,-3 2 10,-4 3 3,-1 13-22,-1-13-32,0 13-14,-3 0-20,0 0 4,0 0 2,0 30 1,0-30-3,0 34-9,0-10-3,0-1 3,0 3-4,0-4-2,27-1-11,-27-1-2,34-5-2,-11-1 9,6-3 4,0-11-11,7 8 11,0-8-15,7 0-14,-3 0-10,1-25-18,-1 25 15,-6-33 6,0 12 17,-7-1 10,-5-1-20,-4-4 25,-4-1 1,-5 1-1,-3-2 12,-2 1-8,-4 1 6,0 0 14,0 5 10,0 0-9,-26 6 2,26 1-17,-27 2-4,27 4 3,-29 4-6,10 2 14,1 2 3,0 1 19,0 0-12,-1 0-2,0 0-1,4 31-16,-5-31 7,5 22 7,3-22-12,0 23-2,3-23 7,2 22-7,2-22-6,4 21 14,1-21-10,0 16-2,0-8 11,0-8-18,0 8 10,0-4-2,0-2-1,0 0 5,0 0-1,0-2-4,0 0 0,17 0 5,-17 0-9,0 0 0,0 0 6,14 0-9,-14 0 6,0 0 8,0 0-9,9 0-2,-9 0 2,0 0-7,0 0 2,0 0 7,0 0-2,0 0 6,0 0-2,0 0 0,0 0-6,0 0-3,0 0 3,0 0 5,0 0-1,0 0 4,0 0 1,0 0-12,0 0 10,0 0-6,0 0 2,0 0 6,0 0-3,0 0-5,0 0-7,0 0 9,0 0 2,0 0 10,0 0 5,0 0-7,20 0 3,-20 0-3,0 20-2,21-20 0,-21 0-2,15 0-3,-15 0-2,16 15 7,-6-15-8,-1 0 3,2 0 14,-3 10 1,4-10 8,1 0 0,1 0-7,4 0-14,-1 0-6,4 0-1,2-20-6,-2 20 7,4 0-5,0-21 7,-1 21-2,-2-13 14,1 13 19,-6 0 3,2 0 2,-5 0-8,-1 0-5,-3 0-2,-3 0 4,-3 34 13,-3-34-1,-1 39 5,0-18-16,0 2-15,0 1 3,0 0-16,0-5 21,0 0 0,-16-4-22,16 0 14,0-3-6,0-3-12,0 0 13,0-3-4,33 1-1,-33-2 5,36-1-4,-13 0-3,-1-1-24,4 0-41,2-1-51,1 0-56,0 1-38,2-2-35,-1-1-35,-1 0-65,0 0-86,1 0-189,-3 0-36,2 0 123</inkml:trace>
  <inkml:trace contextRef="#ctx0" brushRef="#br0" timeOffset="47656.1882">22676 12506 2398,'-24'0'30,"24"0"50,0 0 30,-20 0 23,20 0-14,0 0-54,0 0-25,0 0-25,0 0-7,0 0 9,24-14 8,-24 14 14,0 0-2,28-10 0,-28 10-7,17-9-2,-17 4-11,0 0 0,16 0-1,-16-3-14,0 4 12,0-5-8,0 2-1,0 1 8,0 0-1,0 0 4,0 2 0,0-2-2,-25 1 8,25 3 19,-23-1 8,23 1 22,-31-1-3,14 3-1,-2 0 5,-3 0-3,0 0-3,-1 0-12,-4 0-6,-4 0-7,4 27-8,-5-27 7,2 20-9,2-20-16,0 24-5,1-10-10,2-1-3,6 1 5,5 0 0,1-1 3,4-1-8,4 0-21,0-1-4,5-1-14,0 0-20,0-2-4,0-1-3,28-1-16,-28-1 4,29-3-6,-29-1-12,45-1 0,-23 0 8,3 0 23,-1 0 22,4 0 24,1-26 17,-6 26 0,1 0 2,-1 0 2,-3-18 3,-2 18 3,-2 0 17,2 0 0,-6 0 12,0 23-6,2-23-9,-5 21-9,1-21-15,0 27 5,-1-27-2,-3 26 6,6-26-11,-4 17 4,4-7-4,4-10 2,-1 0 4,4 0-22,3 0-19,2 0-10,3 0 3,1-36 18,-2 16 33,-1 0-7,0-4 11,-2-2-1,-4-3-19,0-5 14,-2-1-12,-3-5-4,-5-4 4,0-6 2,-4-6 6,-1-7 12,-4 0-1,0 0 3,0-5 20,0 1 5,-29 5 37,29 6 31,-22 5-3,22 14-6,-27-1-19,27 10-38,-26 8-26,26 7-1,-24 6-8,13 5 3,2 2 29,0 0 4,-2 29-5,4-29 16,0 47-11,2-14-1,1 5 10,2 3-5,2 8-18,0 6-2,0 1-15,0 4-4,0-1 6,25 2-5,-25-4 4,0-1-2,29-3-8,-29-7-1,20-6-9,-20-5-6,16-6 5,-16-7 9,13-5 6,-13-3 6,0-9 1,0 0 0,5-3 4,-5-2-10,0 0-3,0 0 2,0 0-9,0-26 4,0 26 1,0-20-8,0 20 6,-20-25 1,20 25 1,0-29-18,0 14-13,0-1-23,0 0-9,22-2-5,-22 2 7,34 1 9,-10 1 13,1 2 17,2 2 2,-1 5 9,0 0 5,5 5 6,-7 0-2,2 0 10,-5 24-4,-6-24-4,-1 29 2,-4-29-2,-6 39 2,-4-19-4,0 0 6,0 1-6,-22-2 4,22 3 0,-27-3 6,27-2-12,-36-1-21,17-3-18,-2-1-35,-2 1-26,-4-5-42,-2-2-41,0 0-54,-1-4-46,5-2-73,0 0-127,2 0-76,5 0 88</inkml:trace>
  <inkml:trace contextRef="#ctx0" brushRef="#br0" timeOffset="47872.8726">23370 12238 3161,'1'-5'10,"-1"2"60,0 2 28,0-3 13,0 0-10,0 1-62,0 1-19,0 2-27,0 0 8,0 0 1,0 24-9,0-24 20,0 36-14,0-11 3,0-1-9,0 4-15,0 2-19,0 1-37,0-2-21,0 0-43,0-3-23,0 0-21,0-3-24,-22-1-24,22-2-42,0-4-69,-18-6-115,18-3-50,0-4 92</inkml:trace>
  <inkml:trace contextRef="#ctx0" brushRef="#br0" timeOffset="48014.2709">23288 11819 2259,'0'-15'-2,"-19"-2"-7,19 6 7,-12-1-41,12 2-53,0 3-108,0 2-156,0 2-161,0 1 53</inkml:trace>
  <inkml:trace contextRef="#ctx0" brushRef="#br0" timeOffset="48252.2911">23706 11718 2929,'-26'0'18,"26"0"39,0 0 11,0 0 30,0 0 31,0 0-6,-19 0 19,19 36-6,0-17-34,0 8-22,0 3-36,0 8-9,29 4-21,-29 4-11,0 6 5,25 3-5,-25 0 0,0 2-19,0 0-26,13-5-30,-13 1-34,0-7-8,0-5-3,0-5-22,0-7-7,0-4-35,0-7-35,0-3-35,-20-7-143,20-3-193,0-5-33,0 0 79</inkml:trace>
  <inkml:trace contextRef="#ctx0" brushRef="#br0" timeOffset="48600.5155">23866 12222 2533,'-4'0'28,"0"0"42,-1 0 29,5 0 27,0 0-14,0 0-38,0 0-33,0 0-11,0 0-16,0 0-6,0 28 8,0-28-14,0 23 0,0-23 6,21 34-3,-21-12-1,0-1 9,0 0 1,0 3-12,0-3 2,0-1-11,0-1-20,0-1-25,0-2-50,0-2-35,0-1-36,0-4-55,0-2-44,0-2-133,0-3-202,0-2 91</inkml:trace>
  <inkml:trace contextRef="#ctx0" brushRef="#br0" timeOffset="48753.2835">23876 11908 2105,'-12'-10'-6,"12"1"4,-15 1-4,15 3 5,-6 0-46,6-1-65,0 4-129,0 2-150,0 0-83,0 0 62</inkml:trace>
  <inkml:trace contextRef="#ctx0" brushRef="#br0" timeOffset="49283.8182">24147 11863 2749,'0'0'10,"-23"0"13,23 0 13,0 0 74,-15 0 1,15 26 17,0-26 24,0 33-58,0-8 15,0 7-29,0 5-34,23 8-9,-23 2-23,0-2-5,0 5 4,21-2-12,-21-1 4,0-3 4,0-1-12,0-7 3,0-2-17,0-2 3,0-6 1,0-4-3,0-7-6,0-3 8,0-3 5,0-4 1,0-5 12,0 0-19,0 0-6,0 0-9,0-33 3,0 33-15,0-39 18,34 15 9,-34-1 9,33-1 25,-16 1-17,-1 0 8,3 4-8,-2 4 6,-1 2-2,-1 4 1,-3 11 1,-2-10 4,3 10 5,-4 0-12,1 0 16,2 0-23,-2 0 6,-4 29 1,2-29-12,-2 19 7,0-19-3,-2 16 31,4-16 11,-1 0 17,-2 0 26,3 0-27,3 0-12,6 0-5,0 0-13,2 0 11,2-32 4,2 32 10,-3-32-17,3 32-7,-1-29 8,-3 17-7,1 12 11,-1-21 6,-3 21-22,-4-8-13,1 8 0,-4 0-17,7 0 8,-10 22-1,1-22-12,-2 39 17,-2-17-2,2 6 4,-5 2-2,0 2-14,0 1 2,0 2 5,0 2-1,0-2-25,0 5-14,0-2-28,-20 0-29,20-2 5,0-1-21,0-3-26,0-4-8,-21-2-35,10 0-18,-6-7-8,0-4-28,-4-2-31,-4-2-51,-7-6-68,-1-4-82,-3-1-14,3 0 103</inkml:trace>
  <inkml:trace contextRef="#ctx0" brushRef="#br0" timeOffset="49423.4402">24353 12329 2264,'30'-36'14,"1"1"46,7 6 23,-2-2 37,5 4 2,4-1-49,-1 4-8,-1 2-44,-3 5-30,1 2 6,-3 1-49,-4 5-45,4 1-53,-4 1-88,0 5-95,1-1-104,4-1-107,2 4 86</inkml:trace>
  <inkml:trace contextRef="#ctx0" brushRef="#br0" timeOffset="72005.1733">5173 7970 1477,'0'-5'11,"-20"3"18,20-1 27,0-1 23,0-1 8,0 1 14,0 0-10,0-1 3,0 3-7,-10-1-9,10 3-7,0-1-16,0 1-6,0 0-13,-5 0 4,5 0-8,-3 0 1,3 0 1,-1 0-12,0 0 5,1 0-9,0 0 2,-3 0-5,2 0-8,0 0 8,1 0-15,-1 0 7,1 0 5,-4 0-11,4 0 4,0 0-7,0 0-2,0 0 0,0 0 3,0 0 7,0 0 5,0 0 13,25 0 7,-25 22 0,23-22 5,-23 0-14,37 0-11,-14 0 4,5 18-10,0-18 18,4 0 0,2 0-7,4 10-6,1-10-10,3 0 2,2 0 4,2 0 3,4 0-1,0 0 0,6 0-7,1 0 2,-1 0-2,5-21-1,1 21-2,4 0 0,0-21 0,8 21 10,4 0 10,9-17-2,7 17-1,6-12-11,7 12-3,3-11 2,9 11-1,-2-11 6,9 7-12,1 4 3,6-7-15,4 4-21,7 2-6,6-3-36,-3 2-7,5-2-10,-4 0-10,-1 0 0,-4-2-10,-3-1-27,-1 3-56,-6-3-32,-5-1-48,-5 1-32,-2 0-49,-10-3 15,-12 0 83</inkml:trace>
  <inkml:trace contextRef="#ctx0" brushRef="#br0" timeOffset="72190.2886">10108 7614 1458,'0'0'7,"0"0"21,0 0 7,0 0 8,0 0-6,0 0-26,0 0 6,0 0-4,0 0-13,0 0 13,0 0-22,0 0 2,0 0 7,0 0 0,0 0-21,0 0-50,0 0-66,0 0-73,0 0-63,0 0-69,20 0 70</inkml:trace>
  <inkml:trace contextRef="#ctx0" brushRef="#br0" timeOffset="78203.6323">7958 6938 2044,'-5'0'11,"-1"0"33,5 2 5,-4-2 22,5 0 10,-3 1-16,3 1 10,-1-1-9,1-1-13,0 1 3,0 0 3,0 3 2,0-2 6,0-1-3,0 5-9,0-3-7,25 2-13,-25 0-10,29 1-4,-7-2-10,8-2-6,8-2-4,7 0-13,10 0-48,9 0-48,11-27-34,7 27 1,15-28 15,11 28-17,12-36-122,14 17-134,8-2-164,6 0 50,-2 0 155</inkml:trace>
  <inkml:trace contextRef="#ctx0" brushRef="#br0" timeOffset="79003.0692">10315 6640 1543,'-3'0'21,"-1"0"28,0 0 7,1 0 23,2 0-1,-1 0-5,0 0 12,-1 0-5,3 0-4,0 0-23,0 0-9,0 0-13,0 0-9,0 0 5,0 0 2,0 0 11,0 0 5,0 0 10,0 0 6,0 0 4,0 0-4,22 21 12,-22-21 3,22 0-10,-5 0-1,3 13-22,7-13-26,6 0-7,8 0-6,5 0-9,7 0 5,5 0-6,9 0-27,1 0-30,4 0-55,1-21-76,0 21-70,3-19-126,-7 19-107,-1-22-58,-4 9 93</inkml:trace>
  <inkml:trace contextRef="#ctx0" brushRef="#br0" timeOffset="81243.0784">14935 6595 1589,'0'0'22,"0"2"18,0 0 8,0-1 18,0 2 16,0-2-14,0-1-4,0 0-12,0 0-35,0 0 1,0 0 6,0 0-3,0 0 10,0 0 0,0 0-1,0 0 1,0 0-5,0 0-4,0 0-4,0 0 4,0 0 6,0 0 5,0 0-1,0 0-3,0 0-4,0 0-6,0 0 12,0 0-6,0 0-3,0 0 13,0 0-9,0 0 6,0 0 4,0 0-3,0 0 2,0 0 10,0 0 1,28 0 7,-28 0-4,0 0-6,22 0-13,-22 0-2,21 15-8,-21-15 1,28 0 6,-13 0-18,1 0 10,2 0-8,-2 0-2,5 0 8,-2 0-11,2 0 4,2 0 3,-2 0 4,3 0 3,1 0 1,4 0-6,-3 0-8,4 0-3,-1 0-4,3 0 4,3 0-1,2 0-2,0 0 0,1-17-5,6 17 0,-3 0-10,5 0-37,-2-17-24,5 17-50,2-11-38,-2 3-18,2 1-64,1-3-81,0 0-104,3-3-162,-2-1 87,-2-3 130</inkml:trace>
  <inkml:trace contextRef="#ctx0" brushRef="#br0" timeOffset="88139.4071">4486 15916 2117,'-1'0'20,"-2"0"2,1 0 19,-3 0 4,2 0-19,-1 0 20,-3 0 10,2 0 20,1 0 18,3 0 10,0 0-30,-1 0-12,2 0-9,-1 0-8,1 0 20,0 0 10,0 0 9,0 0 8,-1 0 3,1 0-28,0 0-19,0 0-25,0 0-26,0-25 11,0 25-4,0 0-2,0-19 6,27 19-5,-27-14 8,19 14 0,-19 0 2,26-15 3,-26 15-6,28-9 12,-11 9-6,-4 0 4,2 0 0,2-5-15,1 5 19,2-5-13,0 5 17,3-5-5,0 2-12,4-2-4,3-2-5,0 1 5,1 0-3,3-2 9,-3-1-3,2 0-4,-1 1 17,1 1-28,-3-3 7,0-2 9,0 4-2,-1-2 41,-1 2-28,0-2 4,1 0-11,-1 3-12,-3-1 22,1 3-27,-3 0 5,2 1 5,-2-1-11,-3 1 13,0 0-13,0 0-6,-1 1 10,1 0 6,0-3-5,-2 1 8,3 1-1,-1 0-9,-3-3 15,3 3-15,-1-1-1,1-1-8,0 3 2,-2-1 4,1 0 5,-1 4 9,2-2-2,1 2-14,-3-2-1,3 0 9,-2 2-11,-1 0 24,0-1-15,-3 1-16,2 0 3,-2-3 8,-2 3 3,1 0 0,1 0 7,-2 0-4,1 0-6,-2 0 18,-2 0-10,0 0-10,0 0 7,-3 0-6,1 0 2,1 0 3,-1 0 1,5 0 2,-1 0 13,2 0-19,5 0 1,-4 0 1,1 0-6,3 0 9,-1 0 10,1 0-12,-3 0-4,1 0 11,-1 0-14,2 0 8,-1 0 4,-2 0-7,2 0 6,-2 0-5,1 0 0,-1 0 2,2 0-1,-2 0-2,3-15 7,2 15 13,-3 0-29,5 0 9,0-9-7,2 9-9,1 0 31,3 0-10,0 0 3,0 0-6,2 0-6,-1 0 20,-3 0-18,1 0-2,-3 0 10,1 0-6,-3 0 8,0 0 8,-4 17 7,3-17-13,-4 0 16,1 0-3,-2 0-21,1 0 1,1 0 8,-1 0 1,1 0 7,0 0 5,-2 0-20,5 0-3,-3 0-8,4 0 20,1 0-3,2 0-1,0 0 7,0 0-11,3 0-1,0 0-2,2-24 10,-5 24-1,3 0 2,0-14 0,-1 14 4,0 0-7,2-15 9,-5 15-15,1-10 1,1 10 1,-1-8-9,0 4 23,-2-1-27,-3 5 11,1-7 1,2 7-10,-2-5 24,0-2-15,2 6 15,-2-3-2,1 1-19,2 0 11,1 2-16,0-6 9,1 1-7,1 5 1,0-4 7,2-2 1,1 2 39,-2-3-46,4 4 12,-2-2 13,-1 4-36,1-8 43,-1 3-5,-4 3-30,1 1 4,-4-1 10,-1 1-15,-3 0 24,-1-2-8,-2 2 2,-4 3 6,2-1-14,-4-2 21,0 3-21,0 0 14,2 0-5,-2 0-15,2 0 13,-1-3-15,3 2 11,3 0 11,-1-4 4,1 3-21,0 0 0,4 2 7,-1-3-21,0 3 25,0-1 7,3 1-25,-4 0-1,2 0 4,-1 0 3,2 0 16,-3 0 7,-4 0-20,2 18-2,-5-18-3,-1 0 8,2 0 8,-5 0-14,-1 12-5,4-12 12,0 0-8,2 10 10,2-10-4,0 0-1,3 0 2,1 7-7,-2-7 18,7 0 2,-2 0 7,4 0-33,0 0 12,4 0-15,3 0-14,1 0 55,1 0-39,0 0 3,4 0 22,-2 0-29,0 0 18,-1 0 6,2 0 1,-2 0-8,4 0 5,-1 0-3,-2 0-14,0-17 15,3 17-6,-3 0-5,3-16 4,0 16 1,-1 0-5,2-20 7,0 20-12,4-18 2,1 11 16,0-3-7,-3 1 17,-4-1-3,1 1-10,-3 1-11,-7 3 0,0 1 6,-9-3 1,1 2-2,-3 1 6,-5 3-1,-5-2-16,0 1 7,-1 1-14,-3 1-19,0 0-1,-4-2-7,0 0-26,0 2-26,0 0-43,0-2-12,0 2-26,0 0-13,-20 0-14,20 0-27,0 0-5,-22 0-25,22 0 6,-26 22-53,16-22-138,-6 0-103,2 0 68</inkml:trace>
  <inkml:trace contextRef="#ctx0" brushRef="#br0" timeOffset="89130.281">9189 15342 2423,'0'0'7,"0"0"5,0 0-2,0 0-5,0 0-3,0 0 3,27 0 21,-27 0 17,27 0 5,-6 0 0,3 0-17,3-17 1,10 17 11,2-17 11,4 17 14,7-14 16,6 14-19,9-20-7,4 4-15,4 3-24,5 1-4,3-2-23,3 0-43,2 4-77,-4 2-82,-1 3-82,-6-1-143,0 0-205,-8 1 64,-6 3 95</inkml:trace>
  <inkml:trace contextRef="#ctx0" brushRef="#br0" timeOffset="89793.9527">8569 15452 2307,'0'0'8,"0"25"6,0-25-6,0 0 12,0 0 33,18 0 13,-18 0 12,0 0-1,14 0-32,-14 0-20,17 0 4,-7 0-10,1 0-12,5 0 16,3 0-7,1 0 2,12 0 1,4 0-9,7 0-20,11-23 16,8 23-4,9-32-1,7 32 4,5-29-84,1 14-80,3-1-117,-4 3-194,0-2-147,-6 6 63,-6-2 116</inkml:trace>
  <inkml:trace contextRef="#ctx0" brushRef="#br0" timeOffset="89967.4891">10438 15182 2108,'3'-3'-3,"0"1"-6,-3 2 7,1-1 7,-1 0 2,1 1-3,-1-2-16,0 2-5,2 0-25,-2 0-25,2 0-19,-1 0-38,1 0-22,-2 0-14,0 0-95,0 18-104,0-18 15,0 0 51</inkml:trace>
  <inkml:trace contextRef="#ctx0" brushRef="#br0" timeOffset="122757.1027">9899 9111 2585,'-13'5'22,"2"3"50,-3-1 51,1 0 50,-1-2 30,-1 3-9,-2 1-20,4 0-5,-5 4-23,3-3-18,3 1-7,3-1-34,2 1-8,1-3-16,2 2 5,2-3 2,2 0 10,0 1 12,0 0-12,0-2 5,31 1-24,-31 1 3,28-3-19,-9 2-15,4-2-11,-1-1-24,4-1-1,4 1 2,1-4 1,8 0 7,3 0-8,10 0-23,9 0-47,13 0-62,11 0-58,15 0-66,12 0-55,11 0-63,5 0-63,7 0-85,0 0-138,0 0-79,2 0 129</inkml:trace>
  <inkml:trace contextRef="#ctx0" brushRef="#br0" timeOffset="123233.2801">13221 9406 2792,'-5'-7'2,"0"2"19,-1 4 41,4-3 23,2 0 8,0 2-8,0 1-43,0 1-19,39 0-22,-14 0-1,2 0-5,9 0-4,4 0 11,6 0 3,8 0 6,6 0-5,3 0-7,6 19-38,3-19-14,-2 0-16,9 0 0,-4 0-27,5 0-56,2 0-100,2 0-135,3 0-187,-4 0-26,6-21 116</inkml:trace>
  <inkml:trace contextRef="#ctx0" brushRef="#br0" timeOffset="123456.2406">15377 9255 3070,'0'0'32,"0"0"5,0 0 1,0 0 23,0-18-29,0 18 2,0 0 8,0 0-22,0 0-5,0 0-11,0 0-28,0 0-17,0 0-16,0 0-5,0 0-9,0 0-13,0 0-32,0 0-40,0 17-23,0-17-6,0 0 17,0 0 2,0 0 0,0 10-39,0-10-63,0 0-87,0 0-52,0 0 73</inkml:trace>
  <inkml:trace contextRef="#ctx0" brushRef="#br0" timeOffset="127808.2968">17175 10214 1914,'-6'4'14,"-1"-3"20,2 2 10,-1-3 11,4 0-19,-1 2-10,3-2 8,-1 3 12,1-2 18,0 2 5,0 1-23,0 0-22,0 1 3,21 0-4,-21 2 7,21-3 22,-21 4-4,24-1-21,-4-1 18,1-1-18,5 3 1,2-3 20,6 0-12,4-2-11,5 1-7,5-1-13,4-1-5,8 0 4,5-1-2,8-1 2,3 2-6,7 0 8,13 0-12,8-2-8,8 0-16,6 0-38,11 0-13,5 1-27,9-1-40,3 3-16,-3 1-55,-1-1-43,1 4-67,-6-2-155,-5 2 73</inkml:trace>
  <inkml:trace contextRef="#ctx0" brushRef="#br0" timeOffset="127976.4364">20706 10361 2032,'15'-13'1,"1"13"23,-7-8 18,-5 8 21,3-5 9,-4 1-25,-2 2-16,-1 1-20,0 1-15,0 0 1,0 0-8,0 0 13,0 0-21,0 0 1,0 0-22,0 0-73,0 16-44,0-16-76,0 0-70,0 0-94,0 0-6,0 0 78</inkml:trace>
  <inkml:trace contextRef="#ctx0" brushRef="#br0" timeOffset="130800.0517">6965 11697 2424,'-4'0'6,"1"0"10,-2 0 16,2 0 12,0 0 13,1 0 5,-2 0 2,3 0-10,-2 0-16,3 0-19,0 0-25,0 0 3,0 0 18,0 0 22,0 0 21,32 0-1,-32 0-22,27 0-8,-12 0-18,6 14 6,1-14 9,1 0-8,1 0 19,1 0-11,0 0-4,4 0 4,0 0 0,-2 0 9,2 0 0,3 0-4,0 0 0,6 0 0,-1 0 10,3 0 15,4 0 15,6 0 2,4 0-7,3-15-21,4 15-23,3 0-18,1 0 6,4 0-1,-1 0-2,2 0-6,-4 0 0,2 0 1,-3 0-5,0 0 12,-2 0-10,-3 22 4,0-22-8,-7 0 3,0 0 0,-3 14 2,-2-14 7,-3 0-4,-2 0 6,-1 10-10,4-10 5,-4 0 3,1 0-8,2 0 3,-3 0-2,1 0 0,2 0 2,2 0-8,-1 0 10,7 0-2,-1 0 2,0 0 4,5 0-8,4 0 4,0 0-9,3 0 8,0 0-5,1 0 3,-1 0-4,-1 0 0,2 0 3,-3 0-3,1-15 14,-2 15-7,1 0 2,-5 0-6,4 0-2,-3 0 11,-6 0-7,2 0 2,-5 0-4,1 0-5,-3 0 5,2 0 6,-1 0 1,3 0-7,-1 0 4,4 0-5,2-17 4,-1 17-1,2 0 2,2 0 0,-1 0-2,1-12 3,1 12-6,1 0-1,-1 0-1,2 0 0,-2-6 10,0 6-4,0 0 1,0 0-2,0 0-3,-1 0 5,-3 0-2,3 0 1,-5 0-5,1 0 2,0 18 3,-2-18-4,0 0 1,-3 0 0,1 0 4,-1 0-1,-2 0 1,3 0-8,-3 9 3,-1-9 4,-2 0-6,3 7 5,-3-7 0,4 5 3,-2-2-1,-2 0 12,5-1-16,2 2-2,0 0 4,5 0-12,-4-1 11,5-1 11,-2 3-5,3-1-1,-2-1-6,-1 0 6,1-1-7,1 2 6,-3 1 8,-1-1-13,1 0 11,0 3-2,-1-3-10,2 0 3,-5 1 1,-3-1-6,0-1 10,0-1-4,-2 2-3,0-4 5,-2 2-6,2-1 6,1-1-2,3 0-5,2 0 1,2 0-3,-1 0 0,5 0-7,-2 0-17,3 0-26,1 0-22,0 0-13,2-19-17,-1 19-6,3 0-19,-6-15-6,0 15-22,-2 0-38,-1-14-87,-5 14-102,-6-11-153,-4 3-28,-4 0 131</inkml:trace>
  <inkml:trace contextRef="#ctx0" brushRef="#br0" timeOffset="188301.9947">6252 11633 2683,'-21'0'6,"21"0"4,0 0 13,-18 0 18,18 0 29,0 0 18,0 0-2,-14 0-22,14 0-27,0 0-18,0 0-8,0 0 15,0 0 10,0 0 12,0 0 20,0 0 2,0 17-7,0-17-9,0 0 7,0 0-11,0 0 11,18 0-1,-18 0-25,18 0-2,-18 0-17,25 0-5,-10 0 2,5 0 4,2 0 7,1 0 14,6 0 6,1 0 22,4 0 6,5 0-3,2 0-7,2 0-30,5 0-4,2 17 4,2-17-7,8 0 17,1 0-21,6 0 5,0 0 2,4 0-3,0 0 14,7 0-19,2 0 11,2 0-17,0 0 1,0 0 5,-1 0-17,-2 0 8,1 0-8,-6 0-7,-5 0 6,-3 0-3,-9 0 6,-3 0 11,-4 0-1,-3 0 3,1 0 11,-8 0-2,5 0 3,2 0 6,-2 0-24,7 0 7,-3 0-9,3 0 1,2 0 12,5 0-21,1 0 9,3 0-10,2 0-1,-3 0 11,6 0-18,-3 0 6,-2 0-5,-2 0 0,-5 0 15,-2 0-12,-7 0-5,-1 17 0,-4-17 0,1 0 19,-7 0-7,4 0-6,-4 12 8,3-12-11,-2 0 18,2 0-2,6 0-17,-2 0 6,4 0-24,-2 0 35,4 0-2,0 0 4,3 0 12,1 0-33,2 0 9,1 0-10,-4 0 11,4 0-1,-2 0 4,1 0 6,-7 15-20,2-15 5,-1 0 6,-1 0-13,-1 0 16,-1 0-1,3 0 1,-3 0 3,1 11-1,1-11-9,1 0-13,3 0 9,-3 0-5,2 4 14,1-4 3,-1 6-6,0-1 6,0-3-2,2 2-4,-4 3 13,1-3-9,2 1-13,-4 0 11,3-2-16,2-1 12,-5 1 4,2-1-2,-2 0 0,1 2-4,0-4-1,0 0 0,0 0 4,2 0 2,-1 0 7,4 0-11,2 0 4,0 0-6,5 0 2,3-21 0,3 21 6,3 0-9,6 0 9,3 0-4,4 0 1,2 0 2,0 0-10,-4 0 11,2 0-16,2 0 0,-6 24-11,-4-24-5,-5 0 0,0 0 12,-5 17 14,-1-17-7,-3 0 5,1 0 4,0 0 0,-2 0 11,1 0-3,2 0-7,1 0-6,-1 0-2,2 0 4,0 0 8,4 0-7,-1 0 4,2 0 0,0 0-13,-1 0-1,-1 19-14,-1-19-15,-3 0 6,-2 0 7,-3 0-1,-2 0 8,-3 0 3,-1 0 2,-5 0 3,-3 0 6,-4 0-5,3-19 11,-4 19 2,-4 0-3,-1-18 3,1 18 0,3 0-1,-1-17 0,-1 17-6,1-14-7,1 14 1,3-12-1,-2 4 0,3-1-7,-2 1-1,0-2 8,-1-1 4,2 2 1,-2-2 9,-2 2-12,3-2 1,-3 2-3,0 0 3,-1 0 3,0 1 0,-3-2 3,2 3 0,-2-1 3,-3 0-1,-1-1 2,0 0 1,-4 0 1,-2-2-1,0 2 3,-4-1-3,-5-1-5,-3-2 6,-3 3-1,-2-2-3,-5-2 0,-2 1 3,0 0-8,0-1 2,0 0 12,-33 0-14,33-1 4,-26 0 15,26 2-18,-22 2 5,22 0 15,-19-1-19,19 3 12,0-1-5,-15 0-9,15 0 5,0 1-5,0-4 10,-8 3-7,8-2-10,-4 0 19,2 1-8,-1-2 6,-1 2 11,1-2-22,-4 1 9,-1-2-6,0 2 4,-2-3-1,-1 2-3,-3 0 1,-2 1-2,-1-1 11,-2 1-7,-2 0 6,0 1-5,-1 0-11,-5-1 13,2 0-5,-1 2 4,-1-3 13,-2 2-18,-1-1 11,0 0-7,0 0-8,-2 1 9,-1 0 0,-1 1 11,2-1-6,-1-2 0,-1 4-10,1 0 8,0-2 5,2 2-6,-2-2 9,1-1-5,0 1-2,2 1 2,0 2 2,3-2-7,-2 3-1,2-2 8,1 2-2,-1 1-7,3 2-2,-3 0 4,-1-2-6,3-1 11,-1 0 1,-2 2-3,-3-3-3,1-1-3,-4 1 0,1-1 0,-3-3 2,-2 2 2,-1 0 5,1 1-4,-5-1 4,2 0 0,0 1-12,1-1 7,0 0 1,1 4-6,-2-2 12,2 1-3,5 2-3,-2 1 10,5 4-8,-2-4-1,2 2 0,-1 0-15,0 1 14,0-1-1,1 2-5,-2 0 12,-3-2-8,3 2 2,-1 0 2,-2-2-10,-3 2 6,2-3-1,-3 3 1,2-3 2,-2 2 1,-3-1 0,1 1 1,-2 1 13,3-3-12,-2 2 5,1-1-2,0 2-12,0-1 13,2 0-12,0 1 6,-2 0 0,4 0-10,-6 0 9,3 0-6,-2 0 3,-1 0 10,0 0-8,1 0 2,-1 0 5,0 0-8,2 20 5,2-20-6,-3 0 3,2 17-7,-1-17 4,4 0 3,0 10-8,-1-10 12,-2 8 1,2-8-8,2 0 10,-1 8-9,-2-8-2,-1 0 8,0 3-7,-3-3 2,-1 0 2,-1 0-2,-3 0-5,0 0 8,-4 0-3,0 0 0,-3 0 2,1 0-9,-1 0-1,1-21 5,-1 21-2,4 0 5,2-13-3,3 13-6,4 0 14,3 0-8,5-10 3,0 10 5,5 0-7,0 0 2,5 0 2,1 0 0,0-4-2,-3 4 1,2 0-4,1 0-5,-3 0 6,-2-3 6,-5 1-4,-3 2 3,-4-1-8,1 0-6,-7 1 10,3-2-2,-5 1 8,-2-3-4,2 2-2,-1 1 2,-2-1-8,2 0-9,1-1 10,1 0 6,2 3 3,4-3 15,1 3-16,3 0-7,3 0 3,0 0-6,2 0 8,2 0 0,0 0 0,-1 23 0,-3-23 0,3 0 4,-7 17-7,5-17 7,-4 0-5,-3 12-1,-3-12-2,-2 0 1,-3 0-3,2 7 0,-3-7 7,-4 0-15,-3 0 16,4 4-2,-1-4-4,-1 0 3,1 3-8,1-3 5,2 0-4,4 1 6,-1 1-2,4-1-7,-2 0-2,4 0 2,0 2 0,1 0 3,1-1 4,0 1 2,0-1-5,0 1 1,0-1 2,-1 0-7,-1 1 5,2 0-5,1-3 2,-1 0 1,-2 0 2,2 0 4,0 0-4,5 0 4,-6 0-6,5 0 2,2 0 12,-2-23-9,3 23 5,1 0-2,3 0-11,-2-17 13,1 17 3,3 0-7,-2 0 4,2 0-4,0 0-11,-2 0 16,2 0-7,-1 0 3,1 0-2,-1 0 8,-3 0-4,0 0 0,1 0 8,-6 0-15,2 0 11,0 0-6,-2 17 1,0-17 3,1 0-11,1 0 11,-4 0-7,3 0-2,2 0 17,-2 0-16,0 0 8,4 0-12,5 0-7,-3 0 5,6 0-3,1 0 21,5 0-6,-4 0 20,7 0-15,-5 0-10,-1 0 5,3 0-21,-3 0 13,1 0 2,-2 0-2,1 0 5,-1 0 8,0 0 2,-1 0-2,0 0 1,0 0-5,2 0-8,-2 0 2,2 0 2,-2 0-4,3 0 3,-2 0 2,0 0-4,2 0 7,-2 0-10,0 0 13,0 0-10,1 0-11,-5 0 30,-2 0-23,-1 0 27,-4 0-4,2 0-19,-1 0 3,-1 0-8,-1 0 4,4 0 5,0 0 5,3 0 1,2 0-3,0 0-10,1 0-3,-2 0 0,4 0 26,-2 0-6,4 0-9,-2 0 19,4 0-44,0 0 17,-4 0 12,6 0-29,-5 0 28,3 15 3,-1-15-5,-2 0-6,0 0 4,-1 16-5,1-16 5,0 0 9,1 9-3,0-9-6,4 6-3,-2-6-4,3 8 3,-2-4-3,4 1 5,-6-2 7,6 2-1,-4-1 6,0 1-1,0 2 2,3-3-6,-2 0 3,3 0-4,2 0 5,-1-2-8,1 2 4,1-2 3,0 0-8,-2 2 10,4-1 0,-5-2-2,1 2 18,1 1-5,-1-1-5,0 0 1,0-1-9,-2-2-8,-1 2 9,1-2-6,-1 3-18,-3-3 19,0 2 1,-3 2-9,-1-2 28,-1 2-14,-1 1-1,-1-1 5,0 1-11,0 2 11,1 1-11,-1-3 5,4 2 2,2 1-10,0 0 2,2-2 9,2 3-22,2-1 13,4-2-8,0 3-4,2 0 7,0 3-13,1 0 19,-1-2-14,2 4 30,-1 1 6,-1 4-19,1 0 24,2-4-20,-4 4 1,2 0 21,-2 4-3,0-2-11,3 0 8,-4 5-9,2-3-16,1 2 16,0 2 3,-1 2 1,2-3 0,-2 3 2,3 0-12,2-3-9,0 2 9,1-1-1,0 1-7,0-2 12,0 2-6,27-4-8,-27 2 12,33-1-19,-7-1 25,7-1-12,7-3 3,10-2 6,8-3-15,11 1 4,12-7-20,12-4-28,12-2-47,15-3-75,12 0-65,5 0-111,7 0-131,4 0-179,0 0-324,-2 0 143</inkml:trace>
  <inkml:trace contextRef="#ctx0" brushRef="#br0" timeOffset="198756.3044">5328 15596 1955,'0'0'-8,"-17"0"0,7 0 12,0 0-3,4 0 49,-2 0 33,2-19 3,-1 19 5,2 0-26,2 0-25,-3 0-10,5 0-10,0 0 9,1 0 5,-1 0 28,1 0 26,0 0-16,-1 0-16,1 0-22,0 0-1,0 0 4,0 0 21,-2 0 1,2 0-6,0 0-9,0 0-10,0 0-10,0 0-4,0 0 2,0 0-10,0 0 6,23 0 11,-23 0 7,22 0 11,-4 0 8,3-12-19,5 12-10,6 0-1,3 0-22,11 0 7,3 0 3,10 0-8,8 0 6,7 0 11,10 0-11,12 0 25,12 0 42,12 0 2,11 0 20,7 0-27,8 0-28,8 0-29,4 0 2,2 0-18,1 0 4,-2 0 4,-1 0-3,-7 0 10,0 0-8,-9 0-9,-8 0-6,-7 0 11,-10 0-8,-7 0 13,-5 0-2,-5 0 17,-4 0-14,-6 0-10,-2 0 0,-8 0-17,1 0 31,-7 0 20,-2 0 7,-7 0 8,0-24-6,-8 24-14,-1-15 3,-5 15-12,-1-15-5,-7 15-4,-3-11 0,-4 11 4,-4-9-5,-3 9 10,-4-8-20,-2 8-4,-2-4 10,-2 4-9,-4 0 17,-1 0-8,-1 0-2,1 0-12,-5 0 2,1 0 15,0 0 5,-3 0 18,3 0 6,0 0-20,-3 0-6,2 0-8,-1 0-3,-1 0-5,0 0 3,0 0 15,-1 0-14,2 0 17,-4 0-6,2 0-11,-1 0 7,-3 0-3,0 0 0,0 0-3,-2 0-5,0 0 4,0 0 6,0 0-1,0 0 19,0 0-14,0 0 4,0 0-2,0 0-11,0 0 15,0 0-3,0 0 0,0 0 8,0 0-5,0 0 4,0 0 8,0 0-18,0 0 14,0 0-5,0 0-3,0 0-1,0 0 10,0 0-18,0 0 0,0 0 8,0 0-18,0 0 22,0 0-5,0 0-4,0 0 10,0 0-17,0 0 9,0 0 11,0 0-24,0 0 12,0 0-1,0 0-8,0 0 8,0 0 5,0 0 0,0 0-11,0 0 2,0 0-2,0 0 0,0 0 9,0 0 1,0 0-10,0 0-7,0 0 2,0 0-2,0 0 5,0 0 7,0 0-8,-21 0-3,21 0 3,0 0-7,0 0 2,-16 0 2,16-16 2,0 16 5,-11 0 5,11 0 4,0 0-16,0-8 4,0 8 3,0 0-18,-8 0 11,8 0-7,0 0 4,0 0 7,0 0 7,0 0-2,0 0-2,0 0 11,0 0-18,-2 0 12,2 0-11,-4 0-8,4 0 23,-2 0-14,1 0-2,1 0-1,-2 0 3,2 0 0,0 0 22,0 0-9,0 0-17,0 0-7,0 0 9,0 0 13,0 0 9,0 0-6,0 0-19,0 0 5,0 0 5,0-25 5,0 25-17,0 0 10,0 0-30,0 0 29,0 0 18,-15-14-25,15 14 26,0 0-15,0 0 8,0 0-5,-10 0-10,10-8 16,0 8-12,0 0 8,0-6 8,-4 6-27,4 0 6,0 0 8,0 0-6,0 0 7,-4 0 9,4 0-15,0 0 4,0 0 3,-2 0-21,2 0 19,0 0 0,0 0 3,0 0 0,0 0-17,0 0-3,0 0-3,0 0 8,0 0 14,0 0 3,0 0 1,0 0-2,0 0-6,0 0-5,0 0 3,0 0 2,0 0-5,0 0-6,0 0 5,0 0-10,0 0 12,0 0 5,0 0-9,0 0 10,0 0-4,0 0-6,0 0 9,0 0-2,0 0-7,0 0 5,0 0-13,0 0 1,0 0 1,0 0 10,0 0 6,0 0-2,0 0 4,0 0-10,0 0 6,0 0-2,0 0-2,0 0 8,0 0-7,0 0 12,0 0-11,0 0-12,0 0 8,0 0-8,0 0 23,0 0 5,0 0-22,0 0 4,0 0-8,0 0-5,0 0 14,0 0 2,0 0 7,0 0-5,0 0 8,0 0-19,0 0-6,0 0 18,0 0-18,0 0 32,0 0-22,0 0-15,0 0 15,0 0 2,0 0 14,0 0 5,0 0-5,0 0-28,0 0 13,0 0 5,0 0-2,0 0 7,0 0-8,0 0-3,0 0 23,0 0-19,0 0-12,0 0 10,0 0-19,0 0 23,0 0 8,0 0-14,0 0 2,0 0-3,0 0 6,0 0-3,0 0-7,0 0 6,0 0-11,0 0 11,0 0-1,0 0 3,0 0 5,0 0-4,0 0 14,0 0-8,0 0 0,0 0-12,0 0-3,0 0 0,0 0-3,0 0 20,0 0-18,0 0 10,0 0 6,0 0-7,0 0 9,0 0-12,0 0-4,0 0 6,0 0-3,0 0 8,0 0-10,0 0 7,0 0-9,0 0 3,0 0 10,0 0-22,0 0 25,0 0-3,0 0 3,0 0 4,0 0-11,0 0 3,0 0-9,0 0-2,0 0 1,0 0 1,0 0 5,0 0 8,0 0-8,0 0 1,0 0-1,0 0 4,0 0 1,0 0 0,0 0-6,0 0 0,0 0 4,0 0-11,0 0 4,0 0 1,0 0-6,0 0 18,0 0-4,0 0-17,0 0 21,0 0-17,0 0 7,0 0 6,0 0-14,0 0 16,0 0-6,0 0 10,0 0-14,0 0-5,0 0-2,0 0 3,0 0 14,0 0-3,0 0 6,0 0-4,0 0 14,0 0-24,0 0 10,0 0-10,0 0-23,0 0 19,0 0-5,0 0 10,0 0 3,0 0 12,0 0-19,0 0 11,0 0 7,0 0-10,0 0 18,0 0-17,0 0-1,0 0 1,0 0-13,0 0 7,0 0 0,0 0-1,0 0 18,0 0-11,0 0 1,0 0 4,0 0-14,0 0 11,0 0-8,0 0 4,0 0-7,0 0 14,0 0-12,0 0 3,0 0-2,0 0-3,0 0 4,0 0 6,0 0 7,0 0-14,-20 0 19,20 0-23,0 0 13,0 0-9,0-18-3,0 18 13,-7 0-11,7 0 12,0 0-7,0 0 2,0 0 3,0 0-5,0 0 7,0 0-13,0 0 1,0 0-7,0 0 4,0 0 12,0 0 0,0 0 5,0 0-45,0 0 35,0 0-10,0 0 11,0 0 35,0 0-30,0 0 6,0 0-7,0 0-8,0 0-8,0 0 4,0 0-2,0 0 14,0 0-7,0 0-5,0 0 5,0 0 0,0 0 8,0 0 3,0 0 0,0 0 6,0 0-9,0 0-10,0 0-7,0 0 1,0 0 20,0 0-8,0 0 6,0 0-10,0 0-16,0 0 26,0 0-2,0 0-10,0 0 11,0 0-14,0 0 5,0 0 5,0 0-10,0 0 17,0 0-21,0 0 22,0 0-7,0 0 1,0 0 3,0 0-9,0 0 2,0 0-3,0 0 8,0 0 2,0 0 1,0 0-17,0 0 12,0 0-11,0 0-1,0 0 18,0 0-13,0 0 7,0 0 2,0 0-10,0 0 5,0 0-4,0 0 10,0 0-1,0 0-10,0 0 6,0 0-12,0 0 6,0 0 3,0 0 7,0 0-11,0 0 10,0 0-1,0 0-7,0 0 23,0 0-19,0 0-5,0 0 6,0 0 2,0 0-11,0 0 17,0 0-10,0 0-21,0 0 23,0 0 6,0 0-3,0 0 7,0 0-17,0 0-2,0 0 8,0 0 0,0 0 0,0 0-3,0 0 16,0 0-46,0 0 62,0 0-43,0 0 39,0 0 9,0 0-58,0 0 84,0 0-141,0 0 70,0 0 22,0 0-61,0 0 101,0 0-35,0 0 7,0 0-28,0 0-9,0 0-2,0 0-29,0 0 46,0 0-3,0 0-31,0 0 40,0 0 4,0 0-6,0 0 41,0 0-43,0 0 2,0 0-26,0 0 19,0 0 0,0 0 1,0 0 25,0 0-31,0 0 11,0 0-12,0 0 0,0 0 12,0 0-1,0 0 2,0 0-5,0 0-5,0 0 5,0 0-2,0 0 0,0 0 23,0 0-16,0 0-3,0 0 4,0 0-28,0 0 17,0 0 4,0 0 1,0 0 5,0 0-5,0 0 0,0 0-7,0 0 7,0 0-8,0 0 8,0 0 7,0 0-11,0 0 5,0 0-9,0 0 8,0 0-4,0 0 11,0 0 0,0 0-7,0 0 7,0 0-7,0 0 2,0 0 6,0 0-11,0 0 7,0 0-2,0 0-15,0 0 17,0 0-20,0 0 12,0 0 9,0 0-13,0 0 21,0 0-13,0 0 19,0 0-9,0 0 1,0 0-22,0 0-11,0 0 36,0 0-25,0 0 22,0 0-5,0 0-25,0 0 10,0 0 12,0 0 0,0 0 4,0 0-1,0 0-12,0 0-2,0 0 9,0 0 7,0 0-2,0 0-9,0 0-5,0 0 5,0 0-1,0 0 4,0 0 16,0 0-13,0 0 1,0 0 0,0 0-22,0 0 11,0 0 8,0 0 1,0 0 2,0 0-10,0 0-20,0 0-41,0 0-21,0 0-16,0 0-11,0 0 10,0 0-27,0 0-31,-17-18-34,17 18-52,0 0-40,-17-17-40,17 17-72,0-16-79,-9 16-185,9-25-10,0 10 133</inkml:trace>
  <inkml:trace contextRef="#ctx0" brushRef="#br0" timeOffset="200068.6665">10045 15219 1853,'-6'4'29,"3"0"17,-1-4 4,0 0 17,-1 0 6,2 0 19,2 0 28,-2 0 13,1 0-13,-1 0-7,-1 0-4,2 0-11,0 0 6,-1 0-5,-1 0-7,0 0-15,1 0-33,-2 0 1,0 0-27,5 0-1,-1 0 18,-1 0 1,2 0-9,0 0 10,0 0-13,0 18-26,0-18 24,29 0-7,-29 13 12,36-13-10,-11 0-3,4 0-4,4 11-16,3-11 16,5 0-10,1 0-1,1 0 1,0 0 0,2-21 9,-2 21-7,0 0 6,-4-27 1,0 27-7,0-22 21,-4 6 10,-2-1 2,-3-2 7,-1-2-2,-5 0-26,4-5 0,-6-1-2,-3-3 4,-2-1 10,-1-3-6,0-5-4,-5-1-17,3-4 9,-4 1 3,-1-8-13,-3 4 19,-1-4-10,-3-2-1,0 3 13,-2 3-18,0-3-6,0 1 4,0 1-1,0 4 1,-24 1-2,24 1 0,0 1 5,-29-1-8,29 2 9,-25 1-6,10 3 0,-1-1-5,-1 2 6,-1-2-1,-3 3-4,2 0 10,-4 0-10,2-1-1,1 4 3,-4-2 3,1 0-2,0 1 5,0 1-4,-1-1-2,1 2 7,3-3-4,-1 0 2,0-1-4,3 0-4,-2-2 7,-1-1-4,0 2-5,3-1 15,-1 3-11,0 4 1,-3 3 5,0 1-16,3 5 12,-2 2-4,-2 5 8,1 1-4,-3-2 0,0 3 2,0-2-5,-1 6 8,1-1 1,4 3-3,-1-2-2,0 2 2,3 5-8,0-2 5,3 2 1,-2-1 2,2 1 1,0 0 0,2 0-1,2 0-2,0 0-2,5 0-9,-1 0-5,3 0-14,-2 0-4,5 0-6,2 0-10,0 0-2,0 0-11,0 0-1,0 0 8,0 0-11,0 0-11,0 0-23,0 0-44,0 0-46,0 0-44,0 0-75,0 0-76,0 0-139,0 0-14,0 0 113</inkml:trace>
  <inkml:trace contextRef="#ctx0" brushRef="#br0" timeOffset="200579.7251">10531 12840 2459,'7'-8'1,"-1"1"6,-4 0 36,-2 0 37,0 0 44,0 1 19,0 2-16,0 2-25,0 0-45,-26 2-20,26 0-12,-23 0 7,6 0 20,-6 0 17,-3 0 1,-1 0-8,-6 21-20,-1-21-21,-3 0-10,-5 19-6,-2-19 2,1 15-7,2-15 7,-1 17-4,-1-17-3,3 14 0,2-7-4,2-1-2,4-1 2,2 1 8,-2-3-1,4 2-1,4-2 1,4 0-8,-1 0 14,5-2 0,4 1-4,2-2 6,1 0 1,3 0-2,1 0 10,0 0 0,2 0-4,2 0 7,-2 0 3,1 0 4,0 0-9,0 0 2,0-18-5,-1 18-2,2 0 6,0 0-5,-3 0-2,4 0-5,-2 0 2,-1 0-11,1 0 2,-1 0-1,1 0-6,-2 0 5,0 0-5,-1 0 1,1 0 0,1 0 4,-2 20-3,1-20 7,4 0-9,0 23-1,0-23 5,0 16-1,0-5 2,0 1 0,27 1-4,-27 2 6,27 2 0,-27-3 4,36 1 5,-14 3-7,1 0-5,-3-1-31,3-3-62,0-1-59,-3-1-65,-1 2-55,0 1-33,-6-3-82,-2-2-108,1-2-176,-8-5 84,-4 3 136</inkml:trace>
  <inkml:trace contextRef="#ctx0" brushRef="#br0" timeOffset="201348.6156">6705 12866 2062,'0'-11'6,"0"11"3,0 0 18,0 0 43,0-8 22,0 8 32,-16 0 11,16-4-21,0 4-5,0 0-15,-13 0-20,13 0-2,0 0-15,0 0 6,0 0-4,0 0-9,0 0-11,0 0-14,0 0-21,0 0-6,0 0 19,0 0-4,0 0 25,35 0 13,-35 0-12,36 0-3,-10 0 0,4 0-3,4 0-2,8 19 3,5-19-16,3 0-6,10 14-1,-1-14-12,10 0 14,6 13-14,10-13-8,6 0 15,3 0-8,7 7 1,4-7 13,5 0-6,-2 0-2,-5 0 0,-1 0-8,-10 0-16,-7 0-14,-11 0-17,-8 0-27,-10 0-19,-12 0-2,-10 18-11,-7-18 9,-9 0 12,-8 0-2,-1 0-4,-7 0-39,-2 0-41,0 0-47,0 0-91,-23 0-95,23 0-136,-31 0 69</inkml:trace>
  <inkml:trace contextRef="#ctx0" brushRef="#br0" timeOffset="201865.7496">8160 12626 2735,'4'0'-3,"-2"0"1,0 0 15,-2 0 34,0 0 45,0 0 35,0 0-3,0 0-35,0 0-17,0 0-19,0 0 18,0 0 35,0 0 12,0 29 4,0-29-1,0 18-5,28-18-17,-28 24-10,34-24-14,-12 22-15,5-10-11,4 3-2,1-3-14,1 1-10,1-2-7,-2 1-2,-5-2-5,-5 0 9,-6 0 6,-5-4 19,-8 3 35,-3-1 13,0-2 8,0 3-21,-36 0-32,11 1-18,-9 2-13,-4 0-8,-10 3 10,-6 2-13,-6 0-2,-9 2 3,-1 5-12,-5-2-31,-2 5-51,-1-4-62,2 2-74,-1 2-84,4 0-91,8 4-106,4-1-170,7-2-243,14 0 143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2-05-04T03:42:00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4705 3967 1937,'-5'0'25,"-1"0"4,-1 0 14,-1 0 23,2 0-24,1 0 26,-1 0-6,3 0-36,-1 0 6,3 0-28,-1 0-10,2 0 13,0 0-19,0 0 9,0 0-1,0 0 4,0 0 11,0 0-6,0 0 12,0 0 1,0 0 21,0 0 21,0 0 8,0 0 8,0 0-9,21 0-24,-21 0-3,0 17-7,16-17-6,-16 0 18,0 11-7,20-11 4,-20 8 0,21-8-12,-9 10-3,0-6 3,3 1 15,5 3 14,0-3 10,9-1-9,2 2-3,6-1-17,7 1-5,8-3 11,6 0-9,11-3 3,8 1 3,6-1-11,7 0 0,8 0-6,5 0-17,2 0-4,6 0-7,3 0 0,6 0 5,1 0-2,3 0 0,-2 0-3,-3 0-1,1 0 2,-9 0-4,-4 0-2,-11 21-4,-6-21-4,-9 16 2,-6-16 4,-6 0-2,-5 18 0,-4-18 4,-4 10-1,-9-10 9,-4 6-1,-5-6-2,-6 0 6,-7 0 1,-8 0 3,-1 0-1,-6 0 2,-3 0-2,1 0 2,-3 0 8,-1 0-8,-1 0 0,3 0-2,-2 0-7,1 0-2,1 0 1,2 0-2,2 0 6,2 0 1,-1 0-3,6 0 9,-3 0-11,2 0 2,2 0 2,-2 0-7,-2 0 2,2 0 6,-3 0-5,-1 0 5,-1 0-1,-1 0-5,0 0-5,-2 0-12,-1 0-8,2 0-30,-2 0-15,0 0-31,-3 0-31,1-17-24,-1 17-29,2 0-32,-1 0-38,0 0-105,1-12-120,1 12-108,1-13 81</inkml:trace>
  <inkml:trace contextRef="#ctx0" brushRef="#br0" timeOffset="458.3812">7304 4239 1830,'-7'5'9,"-2"0"38,-3-1 31,2 0 19,1-2 12,0 1-20,0-3-23,5 5-11,1-5-13,0 3-2,3-2 6,0 3 10,0-2 14,0 3 4,30-3 7,-30 3 10,38-2-9,-10 0-3,10-2-11,9-1-13,2 0-6,11 0-5,8 0 6,10 0 15,8-25-3,6 25 0,6-18-16,9 18-21,5-20 1,5 20-15,8-19-2,3 19-4,6-17-6,2 17 7,4-13-2,0 13-7,-2-9-1,0 9-5,-7-6 11,-6 3-1,-10 3 3,-14 0 0,-8-3-10,-13 3 6,-13 0-2,-11 0 1,-12 0-1,-9 0-13,-11 0-1,-8 0 1,-7 0-14,-4 0-20,-4 0-45,-1 0-51,0 0-41,0 0-40,0 0-34,0-17-55,0 17-83,0 0-86,0-20-50,0 20 108</inkml:trace>
  <inkml:trace contextRef="#ctx0" brushRef="#br0" timeOffset="607.5004">10376 4062 2753,'0'0'39,"3"19"42,-3-19 40,0 0 38,3 0-13,-3 0-23,0 0-35,0 0-41,0 0-31,0 0-32,0 0-36,0 0-35,0 0-36,0 0-42,0 0-40,0 0-42,0 0-74,0 0-90,0 0-103,21 0-46,-21 0 116</inkml:trace>
  <inkml:trace contextRef="#ctx0" brushRef="#br0" timeOffset="25002.6393">10732 4038 714,'0'21'-4,"0"-21"4,0 0-1,0 0 4,0 15-7,0-15 5,0 0 1,0 0-2,0 0 10,0 0-21,0 0-20,0 9-46,0-9-62,0 5-30,0-5 21</inkml:trace>
  <inkml:trace contextRef="#ctx0" brushRef="#br0" timeOffset="26098.8966">11854 4045 857,'-3'0'-3,"-1"17"6,1-17 8,1 0 16,-4 0 11,6 0 0,-3 0 3,3 0-16,0 9 20,0-9 7,-1 0 2,1 0 22,0 0 4,0 0 21,0 0-4,0 0-1,0 0-21,0 0-13,0 0 3,0 0-10,0 0 1,0 0-17,0 0-6,0 0-11,0 0-1,0 0-1,0 0-1,0 0 13,0 3 3,0-3 7,0 0 13,0 0 4,0 0 7,0 0 3,21 2-1,-21-2-8,21 2-9,-21-1-3,33-1-6,-14 1-9,6-1 1,1 0-7,3 0 6,2 0 7,4 0-7,3 0 0,-1 0-4,2 0-3,1 0 5,5-17-3,-1 17 0,2 0-13,-1 0-3,4-16 2,1 16-10,-2 0 11,-1-9-6,-2 9-1,-1 0 7,2-6-10,-1 6 4,-1-2 2,-3-1-2,5 1 6,-3-1 1,1 1-2,-1-1 2,-1 2 3,-1-3-3,2 0-4,-3 0-4,1 0-5,2 3 2,1-3-1,-2 0-1,4 0 5,1 1-4,0-1 1,2 1 2,1-3-2,0 2-4,-2 0 4,1-1 2,-2 0 5,1 1 2,-4 0 1,-1 0-3,-5 0-5,-3 0 2,0-1-4,-4 1 4,-2-2-4,0 1 5,-3-2 3,2 1 1,-3-2 2,0 2-5,-5-2-2,6 0-3,0 1 1,-6-1 1,6-1-3,-2 0-3,4 1 10,4 0-8,0 0 4,4 0 8,-1 1-14,1-2 8,4 5-4,-1-2-3,2 1 3,-2 1-3,3 0 4,-3 1-1,2 2 0,-2-1-6,-2 1 3,-2-1-3,-5 1 3,2 1 3,-4 0-6,-1-2 6,-3 2-10,-2-1 2,0 1 4,-2-1-9,0 1 10,0 0-5,1 0 0,-1 0 1,3 0 0,-1 0 4,-4 0-1,3 0 2,-2 0-2,3 0-3,-2 0 1,3 0 0,3 0 0,-2 0 2,5 0 4,0 0-4,1 0-4,0 0 0,-3 0 0,1 0 2,-3 0 2,2-14-18,-3 14-23,-5 0-13,5 0-22,-7 0 0,1 0-4,-1-8-3,-2 8-8,-1 0-12,0-5-21,-2 2-20,1-1-30,-2 2-39,3-2-41,-2-1-63,2 0-79,2-1-72,1-3 27,-2-1 105</inkml:trace>
  <inkml:trace contextRef="#ctx0" brushRef="#br0" timeOffset="26878.8424">18091 4100 2053,'0'20'-14,"0"-20"0,0 0 15,0 0 8,0 0 40,0 0 38,0 14 21,0-14 31,0 9-5,0-9-10,0 13-6,30-9 1,-30 4 12,45-3 2,-19-1-2,12-3 7,6-1-24,9 0-15,12 0-22,9 0-43,10 0-1,7 0-14,12-22-7,6 22-8,5 0-5,0 0-9,3-15 6,6 15 7,0 0-8,5 0 1,0 0-39,3 0-34,-4-9-17,7 9-12,-6-6-18,-5 6 11,-13-6-19,-7 2-21,-10-2-15,-11-1-28,-6 0-21,-7-1-11,-13 0 10,-1-1-14,-5 1-21,0 1-7,-2-2-19,-3-1-54,-1-2 75,-2 3 59</inkml:trace>
  <inkml:trace contextRef="#ctx0" brushRef="#br0" timeOffset="27056.031">21611 3959 2292,'4'0'50,"-1"0"46,-3 22 44,0-22 30,0 0-24,0 0-23,0 0-28,0 0-23,0 0-11,0 0-24,0 0-9,0 0-10,0 0-18,0 0 4,0 0-13,0 0 3,0 0-27,20 0-42,-20 0-41,0 0-41,0 0-19,0 0-13,0 0-6,0 15-25,0-15-38,0 0-34,-23 0-44,23 0-101,-42 0 73,13 0 87</inkml:trace>
  <inkml:trace contextRef="#ctx0" brushRef="#br0" timeOffset="28240.0375">1499 4965 1556,'-3'2'22,"1"1"22,0-2 15,-1-1 13,3 0-17,0 0-12,0 0-3,0 0 30,0 0 15,0 0 12,0 0-1,0 0-26,24 0-3,-24 0-3,0 0 20,23 0-20,-23 17-7,18-17-23,-18 0-18,19 12-1,-8-12 0,3 13 14,2-5-13,1 0 10,4 2-2,1 2-4,2-2 6,7 3-2,1-3-3,5 1-3,1 1-1,3-5-5,10 0 0,11-4-3,6-1-5,10-2 2,10 0-1,7 0-4,9-31-23,3 31-20,1-31-47,-1 31-34,-6-35-48,-4 18-57,-5-2-37,-5 4-68,0 0-29,-6 2-66,-4 0 31,-4 1 103</inkml:trace>
  <inkml:trace contextRef="#ctx0" brushRef="#br0" timeOffset="28387.8126">4275 4899 1386,'12'0'-9,"-2"0"9,-4 0-4,-2 0 0,-4-20-8,5 20-33,-2 0-72,0 0-69,1 0-96,1 0-19,1 0 75</inkml:trace>
  <inkml:trace contextRef="#ctx0" brushRef="#br0" timeOffset="30522.6569">10536 5046 1292,'-1'0'-16,"-1"0"19,0 0 24,2 0 38,-2 0 25,-1 0-8,3 0-20,0 0-41,0 0-11,0 0-17,0 0 0,0 0 7,0 0-6,0 0 19,0 0 5,0 0 12,0 0 7,23 0 2,-23 0-9,21 0-1,-21 0 4,29 0-8,-10 0 9,4 0-9,4 0-6,4 0-2,7 0-6,1 0 4,10 0 12,6 0 16,10 0 7,6 0-17,10 0-4,9 0-25,11 0-10,14 0 4,9 0-1,14 0 1,7 20-2,12-20-24,11 0-19,9 17-4,10-17-6,13 0-9,9 13-3,5-13-8,3 18-16,0-8-5,4 4-1,0 2-31,-6 2-23,-6 1-7,-15 0-27,-9-1-40,-15-1-6,-10-5 43</inkml:trace>
  <inkml:trace contextRef="#ctx0" brushRef="#br0" timeOffset="33215.8065">2503 5944 1353,'0'0'13,"0"0"21,0 0 4,0 0 39,0 0-15,0 0 2,0 0 14,0 0-47,21 0 31,-21 0-4,0 0-4,0 0 22,14 0-5,-14 0-17,0 0-13,12 0-3,-12 0-15,10 0 3,-10 0-1,10 17-1,-5-17-1,3 0 2,-1 14 5,3-14 4,5 0 4,-2 7 0,3-7 7,4 0-4,3 0-7,3 0 2,2 0-9,4 0-3,3 0-4,1-19 1,7 19-1,-1 0 3,2-19 0,2 19-6,3-15 4,-1 15-8,-1-12 0,5 12-9,0-11 0,3 11-4,0-8 1,0 8 6,-3-7-6,5 4 3,-4 1-5,-2 0 1,-2-3-4,-3 1 4,-3 0-1,-3 0-4,0 0 7,-3 2 0,0-2 1,-2 1-1,0 2-3,1-3-3,0 3 9,1-2-2,-2 3 0,2-2 0,1-1-4,-1 2-1,1-2 6,-2 0-4,5 0-4,-3 3 2,3-5-3,-1 1 11,1 1-3,5-2 4,4 1-4,2 0-7,-3-1 2,4 1-1,-3 3 4,2 0-2,1-1 4,-3 2-5,-6 0-20,-2 0-18,-1 0-26,-1 0-17,3 0-16,-2 0-17,2 0-12,1 0-35,2 0-30,2 0-53,3-22-63,5 22-42,-1 0-60,2-20 89</inkml:trace>
  <inkml:trace contextRef="#ctx0" brushRef="#br0" timeOffset="34575.7158">7118 5805 942,'-1'5'10,"-1"-2"-3,2 0 11,-2-1 17,2 1 9,0-3 22,0 0 6,0 0-12,0 0-7,0 0-12,0 0-12,0 0-4,0 0-5,0 0 8,0 0 8,0 0 19,0 0 2,0 0-14,18 0-6,-18 0-18,0 0-8,20 0 11,-20 0-3,20 0 6,-10 0 3,3 0-4,0 0 1,0 0 0,2 0-6,1 0 0,-1 0 1,0 0 3,3 0-5,2 0 8,0 0 3,8 0-9,-1 0 5,4 0-3,2 0-12,4 0 17,3 0 12,3-18 2,3 18-3,2 0-14,-1 0-14,2 0-21,1 0 5,0 0-3,-1 0-3,-6 0 12,-4 0 14,-2 0-11,-6 0-10,-1 0 16,-3 0-6,-2 0 21,-3 0 17,-1 0-13,3 0-6,-4 0-4,0-21-5,5 21-2,-4 0-2,6 0-3,0 0 3,2-15-6,1 15 8,5 0-3,5 0-5,-4 0 0,1-7-8,1 7 8,4 0-6,-1-3 8,-1 3 2,-2 0-12,-2 0 11,0 0-5,0 0-3,-2 0 5,-5 0-11,-4 0 13,1 0 6,-3 0 6,0 0 4,-3 0-9,2 0 0,1 0-5,0 0 3,3 0 1,2 0-4,1 0-6,5 0 8,-2 0-2,8 0-2,1 0-3,2 0 0,-2 0-9,5 0 8,0 0 8,1 0-1,-4 0 9,5 0-4,-4 0-3,4 0-7,-6 0-3,3 13 3,-7-13 0,-2 0 1,-2 0 3,-4 0-4,0 0-1,-1 0 5,-4 0-4,-2 0 10,1 0-1,3 0 4,2 0 1,-2 0-3,0 0 6,0 0-6,3 0 5,-1 0-9,4 0-2,1 0-4,0 0-1,7 0 2,-1 0-5,5 0 1,0 0-5,-2 0 6,4 0-2,-3 0 2,4 0 0,-6 0-2,3 0 4,-6 0-3,1 0-1,-3 0 1,-4 0-2,1 0 7,-5 0-5,-4 0-2,-1 0 1,1 0-4,-2 0 8,-3 0 2,0 0-7,-2 0-3,-1 0-2,2 0 3,1 0 5,-4 0 8,1 0-10,0 0-2,4 0-13,3 0 8,0-15-3,1 15-25,4 0-21,-2-8-64,7 8-61,2 0-92,-2-6-149,5 3-174,1-3 69</inkml:trace>
  <inkml:trace contextRef="#ctx0" brushRef="#br0" timeOffset="37502.8304">7146 6536 1411,'0'0'17,"0"0"31,0 0 23,-12 0 16,12 0 3,0 0-10,0 0 2,0 0-17,0 0-12,0 0-6,0 0-15,0 0 6,0 0-13,0 0-7,0 0 3,0 0 6,0 0 18,0 0 15,0 0 4,38 0-4,-14 0-20,4 0-19,12 0-14,7 0-2,11 0 0,12 0 0,8 0-6,10 0-4,10-19 4,10 19-18,8 0-43,5-17-56,3 17-42,-1 0-49,-1-10-51,3 10-78,-1 0-130,-5-7 64</inkml:trace>
  <inkml:trace contextRef="#ctx0" brushRef="#br0" timeOffset="37678.0015">9967 6428 1818,'8'0'10,"-4"0"34,6 0 19,-5 0 8,-5 0-12,2 0-39,-2 0-22,4-17-31,-3 17-21,1 0-23,0 0-35,-2 0-13,4 0-18,-2 0-14,-2 0-11,0 0-27,0 19-34,0-19-55,0 0 48</inkml:trace>
  <inkml:trace contextRef="#ctx0" brushRef="#br0" timeOffset="39077.7578">5140 7553 771,'0'0'-7,"0"0"21,0 0 15,0 0 2,0 0 20,0 0 8,0 0 6,0 0 27,0 0 15,0 0 0,0 0 1,0 0 16,0 0-17,0 0 10,0 0-14,0 0-7,0 0 4,0 0-17,0 0 14,0 0-24,0 0-8,0 0-1,0 0-3,-12 0 2,12 0 11,0 0-3,0 0-2,0 0 4,0 0-17,0 0 8,0 0-5,0 0-13,-6 0 1,6 0-18,-3 0-5,2 0-13,0 0-3,1 0-4,-2 0-5,2 0 2,0 0-5,-1 0 2,1 0 1,0 0-2,0 0 6,0 0 0,0 0-3,0 0 9,0 0-8,0 0 3,0 0 5,0 0-7,0 0 4,0 0-4,0 0-4,0 0-1,0 0 4,0 0 1,0 0-4,0 0 10,0 0-6,0 0-3,0 0 14,0 0-1,20 0 11,-20 22 5,0-22-12,19 0-4,-19 0 2,20 0-2,-9 0 1,2 0 6,-1 0-7,6 0 5,-4 0 8,4 0-4,-1 0 3,0 0-5,1 0-10,2 0-2,-1 0-5,-1 0-6,1 0 11,0 0-1,-6 0-3,6 0 5,-2 0-12,0 0 6,1 0-6,-1 0 6,3 0 1,-2 0-6,2 0 8,2 0-6,-3 0-1,3 0 0,1-8-4,2 8 10,1 0-4,1-5 2,5 5 7,2-4-14,4 3 6,-2-3-8,6 1-35,5 1-32,-1 0-47,4-1-57,1 0-29,-2 1-33,1-3-30,1 2-29,-6 0-72,-1-2-104,0-2-26,-7-1 94</inkml:trace>
  <inkml:trace contextRef="#ctx0" brushRef="#br0" timeOffset="41588.8305">3198 8329 1482,'0'0'17,"17"0"22,-17 20 0,0-20 5,0 0 10,0 0-8,0 0 21,0 0 5,0 0-14,0 0-5,0 0-11,0 0 7,0 0-10,0 0 6,0 0 9,0 0-15,0 20 4,0-20 7,26 0-13,-26 0 2,19 16 11,-19-16-10,28 0 6,-8 15 1,4-15-14,0 0-3,6 0-5,5 10 1,4-10 0,3 0 4,2 0-6,2 0-1,2 0 6,5 0-8,-1-23-1,2 23-2,1 0-9,-1-16 1,-2 16 2,1 0-8,-4-15 10,-1 15-13,-2 0-1,-3-7 4,-5 7-9,1 0 8,-2 0 2,0 0-4,-4 0 1,-1 0 5,0 0-7,1 0 9,0 0 4,-5 0 4,2 0 9,1 0-1,0 0-13,1 0-1,3 0-4,-1 0-2,0-17 8,3 17 2,2 0-1,0 0 0,1 0 4,-3 0-6,2-10 4,0 10 2,1 0-5,-1 0 1,0-4-9,2 4 1,-3 0 5,0 0-10,0 0 17,0 0-5,-4 0 13,2 0 6,1-5-15,-2 3 5,3-1-6,-2 1 1,1-4 2,2 2-9,1-1-8,-3-3 2,0 7 1,-1-4 5,-2 2-1,-4-1-5,0-1 0,-6 3 4,1 0-2,-3 1 0,-2-2-2,2 2-8,1-1 4,0 1-4,-3 0 2,6 1 2,0-2-2,2 1 6,-1 1-4,1 0 0,-4 0 2,5 0-4,1 0 8,-3 0-8,1 0 0,-1 0 4,-3 0-4,1 0 2,-4 0-2,2 0-2,-4 0 0,0 0 10,-1 0-2,0 0-2,-3 0 8,3 0-14,-4 0-2,4 0 4,-5 0-4,2 0 4,2 0 6,-2 23 4,-1-23-8,3 0 4,-2 0 7,4 0-17,-2 0 3,2 0 3,5 11-8,1-11 8,-3 0-14,4 0-13,-1 0-9,2 0-17,1 0-27,0 0-3,1 0-16,3 0-22,-3 0 20,5 0-26,1 0-7,-2 0-19,-2 0-30,2 0-35,0 0-43,-3-20-63,7 20-92,-1-14-7,-1 14 76</inkml:trace>
  <inkml:trace contextRef="#ctx0" brushRef="#br0" timeOffset="42690.2934">8051 8369 1232,'-3'0'12,"3"0"-8,-2 0 13,-1 0 18,3 0 0,0 0 34,0 0-9,0 0-2,0 0 11,0 0-10,0 0 12,0 0-5,0 0 15,0 0 18,0 0-18,0 0 7,0 0-30,0 0-15,0 0 11,0 0 8,0 0-18,0 0-17,0 0-6,0 0-22,0 0 25,0 0 8,0 0 15,22 0 4,-22 0-9,0 0 1,23 0-10,-23 0 2,23 16 7,-12-16-4,5 0 5,-3 0 0,2 0-5,1 0-6,0 0-3,2 0-12,-1 0 1,2 0-5,-1 0-8,-2 0-4,1 0 8,2 0-5,-2 0 9,2 0 29,-2-14-26,4 14 17,-3 0-18,1 0-14,3 0 1,-3 0-2,4 0 7,-1 0-8,-1 0 13,2 0-2,-2 0-3,-1 0 8,-1 0 1,-3 0-2,2 0 10,-3 0-6,1 0 11,-2 0-8,4 0-9,-5 0 3,5 0-5,0 0 17,0 0 0,3 0-3,-2 0-18,-1 0-4,5 0 0,-1 0-4,3 0 10,4 0-4,-2 0 5,0 0 3,5 0-8,1 0 0,-3 0-4,1 0 0,3 0 2,-6 0 0,4 0-4,-4 0 6,-2 0 4,-3 0-2,-3 16 1,-2-16-5,-3 0-2,-1 0 8,-3 0 0,1 0 9,-1 0 2,-2 0-6,0 0 6,0 0-11,2 0-4,1 0-1,1 0-3,-2 0 2,3 0 0,1 0 0,-1 0 1,3 0-3,0 0-2,3 0 8,0 0 6,3-19-1,3 19 4,0 0-6,3 0-11,2 0 2,1 0-5,1 0 5,1 0 2,2 0-3,-4 0 3,2 0-8,-4 0 3,-4 0-3,6 0-14,-7 0-12,-2 0-36,-2 0-17,1 0-11,0 0-31,-1 0-21,0 0-46,0 0-76,2 0-36,1-23-100,1 23-136,2 0-3,-1-27 85</inkml:trace>
  <inkml:trace contextRef="#ctx0" brushRef="#br0" timeOffset="43863.779">12506 8574 2228,'-13'0'26,"1"0"17,2 0 38,1-26 14,2 26-10,-2 0-9,6-15-58,-1 15-4,4 0-17,0 0-11,0 0 20,0 0-8,0 0-2,26 0-3,-26 0-16,0 0-30,29 0-44,-29 0-28,25 0-28,-25 0-20,30 0-37,-15 0-74,5 0-70,2 0-82,-1-22 80</inkml:trace>
  <inkml:trace contextRef="#ctx0" brushRef="#br0" timeOffset="44622.8376">14542 8216 1895,'-11'3'4,"2"1"40,0-1 44,1-3 9,3 0 7,-1 0-24,-1 0-38,5 0-12,-1 0-10,-1 0-15,4 0-3,-1 0 0,1 0 6,0 0 0,0 0-1,0 0 8,0 0 0,0 0-2,0 0 13,0 0-5,24 0-3,-24 0 11,20 0-6,-20 0-8,30 0 3,-14 0-22,7 0 4,-2 0-3,3 0-3,0 0 4,2 0-6,2-15 14,1 15 5,1 0-6,3 0 6,-2-12-10,3 12-7,3-9 10,-2 9-13,2-8 9,-1 1-4,4 2 6,0 0 5,2-2-1,1 0 0,-3 1 0,0 0-1,5-2-7,-1 2-2,5-1 7,7 0-8,5 3 5,7-1 6,6 1-26,11 1 8,3 3-31,3-2-34,-1 2-29,1 0-35,-4 0-6,-5 0-37,-5 0-41,-7 0-61,-5 0-70,-5 0-47,-8 0 85</inkml:trace>
  <inkml:trace contextRef="#ctx0" brushRef="#br0" timeOffset="45196.835">17341 8296 1317,'0'2'22,"0"1"8,0 2 46,0-5 12,0 2 5,33-2-17,-33 2-34,36-2-16,-11 0-31,8 0 16,3 0-14,5 0 2,3 0 5,7 0-13,3 0 9,8 0-11,1 0 0,4 0-16,4 0-52,9 0-80,3-24-118,5 24-135,5-18 48</inkml:trace>
  <inkml:trace contextRef="#ctx0" brushRef="#br0" timeOffset="45425.8247">20440 8173 703,'19'0'-9,"-6"0"-44,-2 0-53,0 0-70,3 0 8</inkml:trace>
  <inkml:trace contextRef="#ctx0" brushRef="#br0" timeOffset="45752.582">21019 8211 1467,'0'0'34,"0"0"51,-19 0 14,19 0 10,0 0-39,0 0-45,0 0 5,31 0-18,-31 0 8,39 0-3,-13 0-21,6 0 9,6 0 72,12 0-1,13 0 2,11 0 1,8 0-105,10 22-9,6-22-42,2 0-47,-1 17-46,-1-17-40,-16 0-76,-5 0-89,-3 0 5,-9 0 44</inkml:trace>
  <inkml:trace contextRef="#ctx0" brushRef="#br0" timeOffset="48596.8258">1123 9372 1262,'0'1'4,"0"2"24,12-2 21,-12-1 27,18 0 15,-7 0-23,3 0-6,3 0-25,4 0 2,1 0 2,-1 0 12,4 0 13,-1 0-8,0 0 14,1 0-9,1 0 3,0 0-2,0 0-13,2 0-2,-2 0-11,1 0 6,1 0-4,4 0-3,1 0 11,5 0-9,2 0 13,5 0-12,-1 0-14,6 0-2,1 0-9,8 0-2,3-19 1,4 19-5,-1 0-5,0 0-2,3-10 2,-2 10-14,-3 0 10,-2-9 3,-4 9-13,-2 0 21,-1-3-10,-3 3 0,-1 0 10,-1 0-12,-1 0 6,0 0 9,-1 0 1,4 0 6,-1 0-1,0 0-7,0 0 2,5 0-1,1 0-2,4 0-5,1 0-2,5 0-5,-2 0 3,3 0 1,1 0-2,-2 0 0,-1 0-4,-2 0 5,-3 0-1,-4 0 3,-3 0-2,0 0-3,-1 0-5,-5 0 5,1 0-6,-4 0 7,3 0 10,-4 0-11,1 0 8,-2 0-11,4 0 0,-3 0 19,3 0-24,3-14 9,1 14-4,8 0-5,0-12 15,1 12-7,0-7-1,6 7-10,-1-8 12,0 8 4,-2-2-6,-2 2 8,-4 0-10,0 0 3,-3 0 4,-5 0-6,1 0 5,-5 0-6,-4 0 1,0 0 2,-3 0 2,0 0-4,-4 0 2,1 0 3,-1 0-3,-2 0 9,0 0-1,2 0-11,-1 0 2,0 0-4,-2 0 1,4 0 10,2 0-3,4 0 1,4 0-4,1 0 2,6 0-4,6-17 3,2 17 3,1 0-4,3-13 8,-2 13-31,1-11 21,-2 11 2,-2-8-7,-4 4 35,0 1-27,-9-2 1,-5 5 1,-2-5-7,-4 1 1,-6 0 3,-1 0 0,-3-1 3,-1-2-2,1 1-1,-4-2-1,3-2 1,-3 0 0,5-2 0,-2-1 1,1 2-7,2-1 11,0-3-5,-4-1-4,-1-1 1,3 0-9,-1 0 6,-4-1 6,-1 0 5,2-1-5,-4 0-3,3 1 2,-4 0-6,0 2 11,-5-1-3,-1 0 2,1 1 1,-6 0-4,-2 0 2,-1 0-3,-1 0 9,0-1 8,0 0 7,0 1 4,0 2-4,-27-2-8,27 0 2,0 0 1,-28 1 0,28-1-1,-26 2-5,14-2-8,-2 0-8,0-3 2,-2 2 1,-1 0 0,0 3 8,0-3-6,-2 2-4,0-1-1,-3 2 3,-3 1 0,1 2 2,-3-1-8,-1 0 1,1 1 5,-3 1-6,-1 1 8,0 1 2,-3 0-3,1 2-1,-2-2 5,-1 4-12,0 1 4,-2 1 7,-2-1 1,4 0-2,-7 2-4,1-2 1,-2 1-10,-5 2 13,-1-3 2,0 1 3,-4 0 9,-1 1-5,-2-1-1,-6-1 2,8 0 2,-3-1 5,1 1-3,3 1-4,0-2 2,0 3-4,5 0 3,1 0-3,-1-1 0,3 2-10,-2-3 4,3 3 4,-1 0-12,2 0 2,-2 0-3,1 0-1,-2 0 9,2 0-4,-1 0-1,-1 0 1,0 21 1,-2-21-2,-1 0 9,-1 0-5,1 0-5,0 13 7,-1-13-6,-2 0 0,8 0 1,-1 0 2,3 5-10,1-5 9,4 4-2,-1 1-2,6-3 8,4 2-4,-2-4 0,-1 3 6,3 1-1,2-2-7,-2 1 3,2-3-5,-1 0 2,1 0 5,-1 0-3,1 0 0,0 0-4,-3 0-1,0 0 4,0 0-4,0 0 8,-1-17-3,-2 17-1,2 0 2,-2 0-1,2-15-1,0 15 4,-2 0-4,2-13 3,-2 13-5,3-9 2,-2 9 3,1-7 1,3 2-1,-2 3-5,0-3-1,0 3-5,2-3 6,-1 2 3,0-1-4,-4 1 2,-1 2 4,0-3-3,5 4-1,-3 0-2,0 0-4,2 0 8,-4 0 0,3 0 3,1 0 0,-3 20-10,-2-20 12,1 0 1,-2 0-4,1 14 1,0-14-13,-1 0 5,-1 9-3,2-9 3,1 8 8,2-8-6,-1 7 1,-1-7 4,2 5-3,0-5-7,-1 0 10,1 0-2,0 0-1,1 0 6,0 0-6,1 0 0,-2 0-1,1 0 0,0 0 5,1 0-4,-3 0-2,0 0 7,-1 0-8,-1 0-2,1 0 8,0 0-9,-2 0 1,1 0 3,2-20 5,-1 20 1,2 0-1,1 0 7,-1 0-13,1-11-1,2 11 4,3 0-9,-4-11 11,1 11 5,-1-6-13,0 1 7,0-1-8,1-1-2,-1 1 14,4 1-5,0-2-5,0 2 4,4-3-4,2 3-1,-1 0 10,3-1-1,-1 1-1,5 0 5,-3 2-9,1-2 3,1 2-3,2-1-2,-3 4 9,2-1-4,-2-2-5,3 3 1,-4-1 3,1 1-10,-1-1 13,-1 1 7,-2 0-16,-1 0 11,-2 0-7,3 0-7,-5 0 9,1 0-1,-3 0 1,1 0-4,-1 0 8,1 21 1,-3-21-4,-1 0 5,0 13 0,0-13-6,-3 0 3,0 10 9,0-10-9,1 8-2,0-8 1,1 7-4,6-3-4,0 0 4,0-2 4,4 5 2,1-5 2,0 6 3,0-3-9,0-1-7,0 2 13,-1-4-5,-2 3 2,3-3 1,0 1-10,1 0 2,3-1-3,-4 4 8,1 0-3,3-1-3,-3 2 15,3 0-8,0-3 0,2 4 8,-2-1-8,2 1 5,-2 1 2,2-2-3,1 1-16,-4 1 19,4-1-3,-1 0 2,1 1 16,0-4-21,3 4 5,1-4 11,-2 5-8,2-3-4,0 3 15,-2 0-13,1 1 3,-2-1 14,1 5-19,-1-1 1,-1 2 12,3 0-13,-2 4-1,2-2 2,0 2-6,5 1 1,0 1 9,3 5-1,0-3 3,2 3-3,0 2-4,0 1 6,0 2-1,32 2-2,-32-1-6,31-3 4,-10 4-1,4 2 10,3-2 2,4-1-5,5 0 3,5-4 4,6 2-9,4 1 3,7-6-18,11-3-35,14-2-51,14-7-65,14-1-73,12-6-92,15-7-126,9 0-281,14 0 74,1-37 119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2-05-04T03:47:32.9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5279 5816 1178,'109'-8'-12,"8"-1"8,-1 4-4,4-3-29,4 4-20,1 0-53,-2 3-96,-1-1-51,-7 1 31</inkml:trace>
  <inkml:trace contextRef="#ctx0" brushRef="#br0" timeOffset="1016.9037">11152 5734 1595,'0'0'-16,"-23"0"27,23 0 19,-17 0 22,17 0 10,-11 0-20,11 0-14,0 0-27,0 0 30,0 0 6,0 0 16,0 0 26,25 0-3,-25 0 9,30 0 6,-6 0-15,1 0-9,0 0-21,7 0-13,5 0 3,3 0-3,6 0 8,7 0-10,8 0 20,5 16 1,15-16 4,12 0-8,12 0-27,8 8-9,10-8-19,8 0-11,6 0-34,13 0-30,4 0-46,3 0-26,8 0-18,-1 0-32,4-22-3,-1 22-51,-3 0-67,-7-16-106,-3 16 56</inkml:trace>
  <inkml:trace contextRef="#ctx0" brushRef="#br0" timeOffset="1191.4019">15074 5673 2557,'0'0'53,"1"0"-2,-1 0 8,0 0 17,0 0-40,0 0-4,0 0-4,0 0-13,0 0-17,0 0 11,0 0-9,0 0-7,23 0-11,-23 0-31,0 0-26,27 0-34,-27 19-41,18-19-36,-18 0-68,17 0-97,-8 0-150,0 0 4,-2 0 101</inkml:trace>
  <inkml:trace contextRef="#ctx0" brushRef="#br0" timeOffset="16129.4228">3678 13525 4604,'-15'17'-6,"2"-17"6,-3 14 17,3-8 29,4-6 46,-2 0-7,2 10-4,6-2-33,3 0-33,0 1-5,41-2-23,-9-2-8,14 0-51,8-5-13,12 0-6,13 0-2,8-36 29,11 36-35,9-37-35,6 16-96,2 2-128,3 19-73,1-29-204,-6 29-265,-6-28 141</inkml:trace>
  <inkml:trace contextRef="#ctx0" brushRef="#br0" timeOffset="21828.9741">11529 10360 1750,'0'0'28,"0"0"30,0 0 15,0 0 14,0 0-16,0 0-21,0 0 17,0 0 6,0 0 8,0 0 11,0 0-17,0 0-9,0 0-8,0 0-16,0 0-5,0 0-11,0 0-7,0 0-2,-21 0-1,21 0 4,0 19 14,0-19-5,0 19 16,0-6-6,-15 4-9,15 4 8,0 3-15,-11 0 14,11 5 6,0 4 6,-9 2 3,9 2 10,0 6-8,-4 8-13,4 4-7,0 4-31,0 1 3,0 6 0,0-1-5,0 2 8,0-2-2,0-5-4,0-3 10,0-4-21,25-2 6,-25-7-3,0-3-1,17-5 9,-17-2-19,0-5-15,13-6-38,-13 0-27,0-6-29,11-3-16,-11-3 9,6-2-7,-6-6-8,3-3-57,-2 0-75,-1 0-126,0-23-170,0 23 92</inkml:trace>
  <inkml:trace contextRef="#ctx0" brushRef="#br0" timeOffset="23147.9195">11446 10519 1831,'-3'0'3,"3"-2"8,0 2-7,0 0 30,0 0 16,0 0 10,24 0 24,-24 0-21,30 0 5,-7 0-8,6 0 1,5 0 14,3 0 1,5 0-11,2 0 4,10 0 2,3 0-12,3 0 16,6 0-13,6 0-6,8 0-7,7-24 0,8 24 9,8-29-15,12 29 2,9-32-6,12 17-21,1-1-4,5 2-11,0 3-7,-2 2 9,0 9-3,-10-6-6,-9 6 2,-5 0-1,-4 0 5,-2 0 13,1 0-12,-4 24 12,-1-24-17,-3 0-3,3 0 12,0 18-19,0-18 12,-1 0-7,3 0 9,-2 0-1,10 0 0,8 0 12,5 0 8,6 0 23,3 0 16,6-20-8,4 20-7,3 0-26,-5 0-11,-1 0 0,-1 0-10,-4 0 4,-7 0-2,-3 0 5,-6 0-8,-9 0 8,2 23-7,-9-23 2,-6 19 9,-5-19-3,-5 21 5,-1-21 2,1 21-10,-2-10-3,5-1 3,-1-1-5,3 2 6,-1-4-4,8 0-2,0 1 4,-1-2 3,-2 1-5,-1-1 2,1 0-4,-7 1 7,0-1 5,-4 1-5,0 0 0,-2-1-8,-4 0-3,-1-1 13,-6-2-12,-1 2 8,-2-3 2,-3 0-10,-6-2 9,-1 0-9,-4 0 5,-2 0-5,-1 0 4,-3 0-4,0-25 1,0 25-3,-2-18-9,2 18 4,-2-19-1,-3 19 6,3-21 0,-2 21 3,3-18 2,0 9 2,0 1-8,-1 0-6,2 1-13,0 2-15,0-1 7,-3 0-2,1 0 2,-7 1 7,1 2 7,-5-4 1,0 2 10,2 0 6,-9-2 2,-1 1-10,-1 0 1,-1 0 5,-4 0 4,0 0 6,-4-2 5,-6 4 1,4-1-7,-3 1-2,-3-1 5,-2-1-13,0 0-1,-3 3 6,2-1-2,-5-1 2,1 2 2,-4-1 3,1 2-8,0-1 5,-5 2 4,2 0-3,-2 0 3,0 1 0,0-2-3,0 2 2,0 0 3,0 0 0,0 0-12,0 0 5,0 0-1,0 0-4,0 0 12,0 0-3,0 0-5,0 0-2,0 0-2,0 0 11,0 0-4,0 0 6,0 0-1,0 0 1,0 0-3,0 22 10,-26-22-2,26 17-8,0-17 10,0 22-6,-15-8 13,15 0-6,0 3 3,-12 0-5,12 3-1,-13 1 1,13 1 0,-15 2 1,7 3-9,0 1-3,-1 3 7,-1-1 1,0 1 4,3 1 5,-2 4-1,3 1-2,-3 2 4,4 1 2,0 0-4,-1 5-3,2-1 8,-1-1 7,5 1-13,-5-2 6,3 0-19,0-2-4,2-4 5,0 2 3,0-4-1,0-2-4,0 0 1,0-3 15,0-3-19,0-2-3,0-2 6,0-2-22,0-3 27,0-3 1,0-1-5,0 1 3,0-1-2,-20-3-1,20-1-4,0 2-8,-18-2 2,18 2-1,0-4 6,-13 0 4,13 1-10,-10-1 12,10 0-6,-9 0 10,5 2 0,-3-2-9,3 1 1,-7 0-7,6 0 7,-4-1 0,-1 0 3,4 0 4,-3-1-1,-1 2 2,0 0-7,0-1 2,1-1-4,-4 2 2,1-3 1,0 2-4,-2-1-2,0 0 3,-2-1 8,1-1-8,0 5 3,-2-7-4,-2 3 0,-1-1 4,-5 1-6,3-1 8,1 1-6,-4-1 4,-2-3 1,-2 2-12,-4 0-1,-1-3-41,0 1-53,-9-1-69,-2 0-80,-5 0-63,-9 0-117,-5 0-272,-9-21 12,-17 21 101</inkml:trace>
  <inkml:trace contextRef="#ctx0" brushRef="#br0" timeOffset="25072.9687">11606 11679 941,'0'0'58,"7"0"25,-7 0 35,3 0 15,-3 0-23,0 0-16,0 0-29,0 0 2,0 0-41,0 0 30,0 0 4,0 0 0,0 0 9,0 0-15,0 0 20,0 0-9,0 0 10,0 25 4,0-25-24,0 0 6,23 15 11,-23-15-8,0 13 24,24-13-22,-24 12 1,24-12-6,-8 11-12,5-11 28,-1 10-24,7-4-8,3 0-3,1 0-26,5-2 5,5 3-8,3 0-12,4 4 3,1-6-1,3 1 0,3-1 4,0-1 6,2 1-14,2-2 2,2 0-2,-1-2-3,-3 3 8,6-2-3,-2 1-4,5-3 3,-2 0 2,4 0-1,-3 0 10,1 0-10,4 0 5,-1-19-5,0 19-7,-4 0 13,4-20-5,-4 20 10,-1 0 9,1-17-7,-1 17 4,0-11-6,2 11-8,-4-9 20,2 9-21,-4 0 9,-2-6-6,6 6-18,-3 0 10,-4 0 15,1 0-10,3 0 7,-4 0 10,3 0-16,-3 0 24,-4 0-8,-1 0 2,-1 0 3,-3 0-9,0 0 1,-2 15-4,-2-15-3,1 0-1,-2 0 0,0 0 2,-1 0-13,-4 0 4,5 0 3,-4 0 0,2 0 2,1 0-3,1 0-4,1 0-2,-3 0 0,4 0 9,1 0 0,2 0-7,1 0 5,0 0-8,2 0 3,0 0 0,5 0 7,-3 0-2,2 0-2,-3 0 1,-2 18-6,1-18-2,-5 0 11,1 0-7,-5 15 12,-1-15-24,-3 10-3,1-10 20,-3 7-12,-1-7 33,0 7-16,0-2-5,0-1 8,0-3-9,1-1 20,2 2 5,-1 1-13,2-3 3,-2 2 0,1 0-15,-3-2 0,4 5-2,0-1-9,1 0 9,1 0 10,2-2 1,2 6 6,-3-2-16,7-3-10,-4 3 6,4-2-6,-3-2 15,0 1-1,-2 5 9,1-8-12,-2 4-2,-3 4 28,-1-6-8,-2 0 20,1 3-5,1 0-32,-1-4-1,0 3 7,1 1-18,-3-1 20,5 4-7,-2-1-7,0-4 20,1 4-6,1 5 6,3-3-6,0-3 0,0 3 4,3-2 0,0-2-10,1 8 5,1-4-11,1-4 9,0 8 3,-2-2-21,4-2 12,0-3-19,-5 6 5,5-5 15,-3 0-1,-3 1-8,1-7 1,1 5 1,-2-1 2,-1-1 3,0-4 10,4 8-10,-2-8-3,1 2 3,0-2-5,-2 0 4,-1 0-1,-1 0-4,-1 0 8,-2 0-15,-3 0 10,-2 0 5,-9 0-18,8 0 8,-1 0-4,-3 0 7,-5 0 3,5 0 8,3 0 0,2 0-4,6 0-1,-3 0-2,3 0 5,4 0-6,7 0 2,-2 0 6,3 0-20,4 0 20,2 0-10,-2 0-11,5 0 24,3 0-13,-3 0 0,1 0 7,-3 0 8,2 0-20,-5 19 7,1-19 3,-11 0-5,-2 0-2,-2 0 10,-5 0-4,-4 11-18,-7-11 30,0 0-17,-2 0 4,-2 0-7,5 0-9,-8 0 8,0 0 2,1 0 2,-4-22 10,5 22 1,-2 0-12,3 0 19,-7 0-16,9 0-6,0-28 16,0 28-21,5 0 11,-3 0 2,7-30-14,-2 30 13,5-18 0,2 18 2,3 0 1,2-12 0,3 12-4,-1-11-4,5 11 8,0 0-11,-3 0-2,-2 0 6,-2 0 9,-2 0-8,-1 0-6,-3 0-3,-10 0-24,2 0 6,-7 0-6,-5 0 3,-6 0 6,-4 0-8,-4 0 3,1 0-15,-6 0-18,0 0-13,0 0-25,0 0-28,0 0-27,0 0-40,-22 0-25,22 0-33,0 0-61,-24 0-148,24 0-170,-29 0 76</inkml:trace>
  <inkml:trace contextRef="#ctx0" brushRef="#br0" timeOffset="30962.9541">3950 11355 3604,'4'0'-35,"-2"0"-14,0 0-2,-2 0 1,0 0 33,0 0 20,0-20 8,0 20-11,0 0 5,0 0-5,36 0-16,-36-14-29,50 14-46,-16 0-51,6-15-51,5 15-45,4-13-111,2 6-245,2-4-58,0 3 84</inkml:trace>
  <inkml:trace contextRef="#ctx0" brushRef="#br0" timeOffset="32270.0097">15454 8649 2721,'0'0'6,"0"0"3,0 12 12,0-12 18,0 0 46,0 7 10,0-7-1,0 8-11,0-3-42,0 4 3,0-1-16,0 4 4,24-3-2,-24 3-9,46 0 7,-14-2-9,5 2-9,8-4-4,4 0-5,5-4-1,3-1-5,4-3-3,2 0-4,2 0-5,3-23-15,-2 23-5,2-29 3,-4 29-4,-3-33 1,-2 12 2,-5 3 6,-7-4 8,-3-2 16,-5 2 10,-6-4-7,-4-1 4,-5-5 8,-2-2-4,-2 0 4,-1 1 6,-1-4-12,1-1 5,0-6-2,1 2-11,-1-1 4,-1-1-10,3-1-1,3-5-1,-2 1 2,-1-2 2,2 3 2,-1-1 6,0-1-12,-1-1 0,1 3 3,-7-2 4,-2 2 8,-1-2-3,-9 2 22,-3 2 2,0 2 15,0-1 14,-32 0-19,32 4 3,-39-3-4,13 5-9,-3 6-2,-1 2-10,-4 3-6,0 2 6,-2 4-11,-4 2 2,-5 8-2,0-2-11,-4 3 6,-6 4 3,2 1-8,-9 5 4,-4 1 4,-3 0-2,-1 25 6,-8-25 0,-2 34 1,-4-7 5,-5 6 10,-2 13 5,-2 6 5,1 10 1,1 7-10,4 14 3,2 6-9,8 4 0,7 5-8,8 1-2,11 0 7,10 2-1,12-3-2,10 0-32,17-3-55,2-6-60,31-2-68,8-9-44,10-8-51,8-8-100,11-6-206,12-15-10,2-7 98</inkml:trace>
  <inkml:trace contextRef="#ctx0" brushRef="#br0" timeOffset="43387.8363">12928 11998 2785,'0'0'9,"0"0"5,0 0 2,0 0 14,0 0 10,0 0-3,0 0-4,0 0-7,0 0-15,33 0 0,-33 0 12,27 0-7,-27 0 7,29 0 12,-15 0 9,2 0 20,-2 0-1,0 0 2,2 0 9,-2 0-6,2 0-13,1 0-12,3 0-36,4-19-3,-1 19-2,4 0-4,3-19 7,4 19-6,6-14-2,1 1 3,4 2-4,3 2-3,3-3 4,0 1 3,-2 0 1,1 0 4,-5 3 2,-4 3-9,-4 0-3,-8-2 2,-1 4-4,-9 0 7,0 1 4,-9 1 2,-1-1-1,-2 1-3,-1 0-4,-3 1 3,-3 0-8,0-2 5,0 2 10,0 0-18,0-2 20,0 2-10,0 0-10,0 0 15,0 0-10,0 0 5,0 0 2,0 0-11,0 0 13,0 0-6,0 0-5,0 0 19,0 0-20,0 0 13,0 0 0,0 0-7,0 14-12,17-14 11,-17 0 6,0 0-4,0 0 14,0 10-15,11-10-1,-11 0 5,0 0-7,0 0 12,0 0-4,5 0-25,-5 0 27,0 0-7,0 0 4,0 0 10,0 0-7,0 0-7,0 0-1,0 0 9,0 0-9,0 0 1,0 0-6,0 0 5,0 0 3,0 0 3,0 0 4,0 0-7,0 0 3,0 0 4,0 0-4,0 0 5,0 0-3,0 0-6,0 0 11,0 0 0,0 0 5,0 0 10,0 0-16,0 0 9,0 0-14,0 0-1,0 0 7,0 0 1,0 0 9,0 0-11,0 0 4,0 0-20,0 0 7,0 0 11,0 0-8,0 0 6,0 0-6,0 0-7,0 0 3,0 0 4,0 0-4,0 0 4,0 0-3,0 0 2,0 0 3,0 0-4,0 0 0,0 0-1,0 0 0,0 0-3,0 0 12,0 0 3,0 0 2,0 0-3,0 0 3,0 0-9,0 0-4,0 0 1,0 0-4,0 0 4,0 0 0,0 0 11,0 0-10,0 0-5,0 0 7,0 0-8,0 0 7,0 0-1,0 0-7,0 0 2,0 0-4,0 0 11,0 0-1,0 0-2,0 0 3,0 0-9,0 0 7,0 0 4,0 0 3,0 0 4,0 0-11,0 0-1,0 0-5,0 0 9,0 0-4,0 0 0,0 0 5,0 0-27,0 0 22,0 0 2,0 0-7,0 0 24,0 0-4,0 0 3,0 0 10,0 0-13,0 0 4,0 0-4,0 0-11,0 0 8,0 0-12,0 0 8,0 0-6,0 0-4,0 0 6,0 0-13,0 0 17,0 0-8,0 0-1,0 0 5,0 0-12,0 0 11,0 0-11,0 0 6,0 0 4,0 0-12,0 0 18,0 0-7,0 0 4,0 0 18,0 0-12,0 0 8,0 0 1,0 0-3,0 0-4,0 0 4,0 0 3,0 0 0,0 0 8,0 0-9,0 0 3,0 0-6,0 0-2,0 0 1,0 0-6,0 0 0,0 0 5,0 0-5,0 0-8,0 0 8,0 0-14,0 0 3,0 0 10,0 0-5,0 0 2,0 0 0,0 0 2,0 0-5,0 0-3,0 0-1,0 0-9,0 0 5,0 0 12,0 0-10,0 0 5,0 0-2,0 0-6,0 0 4,0 0 3,0 0-18,0 0 9,0 0 5,0 0-4,0 0 21,0 0-8,0 0-2,0 0-6,0 0-2,0 0 0,0 0-6,0 0 8,0 0 1,0 0 3,0 0 2,0 0-5,0 0-3,0 0 5,0 0-5,0 0 7,0 0 4,0 0-15,0 0 6,0 0-1,0 0-8,0 0 12,0 0 4,0 0-8,0 0 5,0 0-7,0 0 0,0 0 1,0 0 3,0 0-2,0 0-4,0 0 9,0 0-7,0 0 13,0 0-11,0 0 9,0 0 1,0 0-5,0 0 2,0 0 0,0 0-7,0 0-2,0 0 14,0 0-9,0 0 1,0 0 2,0 0-1,0 0-9,0 0 2,0 0 4,0 0-11,0 0 17,0 0-8,0 0-2,0 0 3,0 0-2,0 0 17,0 0-9,0 0-3,0 0-4,0 0-10,0 0 11,0 0 6,0 0 0,0 0 3,0 0-7,0 0-17,0 0 15,0 0-2,0 0 0,0 0 22,0 0-22,0 0 4,0 0-4,0 0-2,0 0 6,0 0 1,0 0 0,0 0-4,0 0 2,0 0 6,0 0-5,0 0-2,0 0 7,0 0-17,0 0 17,0 0-3,0 0-11,0 0 15,0 0-12,0 0 5,0 0 2,0 0-3,0 0 2,0 0-1,0 0-11,0 0 6,0 0-1,0 0 13,0 0 7,0 0-16,0 0 15,0 0-25,0 0 8,0 0 2,0 0-9,0 0 18,0 0-1,0 0 0,0 0-3,0 0-4,0 0-5,0 0 5,0 0-1,0 0 1,0 0 0,0 0 1,0 0 2,0 0-6,0 0 11,0 0-6,0 0 1,0 0-4,0 0 6,0 0-5,0 0 0,0 0 11,0 0-16,0 0 8,0 0-2,0 0-3,0 0 5,0 0-3,0 0 0,0 0-8,0 0 15,0 0-8,0 0 11,0 0-6,0 0-8,0 0 7,0 0-15,0 0 11,0 0 1,0 0 0,0 0 12,0 0-9,0 0-4,0 0 1,0 0-5,0 0 5,0 0-6,0 0 14,0 0-11,0 0 7,0 0 4,0 0-24,0 0 16,0 0-3,0 0 10,0 0 1,0 0-5,0 0 7,0 0-15,0 0 11,0 0-3,0 0-7,0 0 6,0 0-3,23 0 11,-23 0-10,0 0 6,0 0 1,0 0-12,0 0 0,0 0 11,0 0-7,0 0 8,0 0 0,0 0-14,0 0-11,0 0 13,0 0 8,0 0-2,0 0 21,0 0-11,0 0 2,0 0-5,0 0-10,0 0-12,0 0-4,0-22 20,0 22 1,0 0 14,0 0-7,0 0-13,0 0 0,0 0-7,0 0 5,0 0 10,0 0-5,0 0 4,0 0 0,0 0-15,0 0 9,0 0 2,0 0 3,0 0 6,0 0 1,0 0-11,0 0-1,0 0 3,0 0-7,0 0 8,0 0-3,0 0 1,0 0 2,0 0 3,0 0-2,0 0-2,0 0 9,0 0-13,0 0 8,0 0-10,0 0-2,0 0 9,0 0 4,0 0-1,0 0-4,0 0-5,0 0-5,0 0-2,0 0 7,0 0 12,0 0 3,0 0-6,0 0-2,0 0-8,0 0-4,0 0 11,0 0 6,0 0-4,0 0 1,0 0 6,0 0-15,0 0 10,0 0-9,0 0 0,0 0 5,0 0-2,0 0-1,0 0 7,0 0-8,0 0-7,0 0 10,0 0 0,0 0 9,0 0-3,0 0-5,0 0-8,0 0 8,0 0 1,0 0 11,0 0-7,0 0-8,0 0 10,0 0-25,0 0 10,0 0 2,0 0-6,0 0 23,0 0-14,0 0 1,0 0 10,0 0-21,0 0 25,0 0 0,0 0-18,0 0 15,0 0-14,0 0 28,0 0-30,0 0 30,0 0-13,0 0-42,0 0 17,0 0-5,0 0 8,0 0 10,0 0 26,0 0-27,0 0-5,0 0 22,0 0-20,0 0 20,0 0-7,0 0-20,0 0 44,0 0-46,0 0 10,0 0 15,0 0-39,0 0 9,0 0 14,0 0-5,0 0 6,0 0 20,0 0-8,0 0-11,0 0 5,0 0 2,0 0-7,0 0 10,0 0-8,0 0 2,0 0 1,0 0-11,0 0 7,0 0-1,0 0 10,0 0-3,0 0-4,0-23-4,0 23 1,0 0 9,0 0 10,0 0-10,0 0-9,0 0 5,0 0-14,0 0 1,0 0 18,0 0-15,0 0 4,0 0 5,0 0-1,0 0 6,0 0 0,0 0-5,0 0-13,0 0 14,0 0-9,0 0 15,0 0-6,0 0-12,0 0 21,0 0-14,0 0 6,0 0-8,0 0-16,0 0 27,0 0-5,0 0 7,0 0 10,0 0-31,0 0 17,0 0-4,0 0-9,0 0 17,0 0-9,0 0-2,0 0 3,0 0 2,0 0-5,0 0 7,0 0-3,0 0-5,0 0 3,0 0 9,0 0-12,0 0 17,0 0-23,0 0-9,0 0 8,0 0-4,0 0 22,0 0 3,0 0 9,0 0-18,0 0-8,0 0 1,0 0-1,0 0 7,0 0 5,0 0-2,0 0-1,0 0-7,0 0 16,0 0-21,0 0 4,0 0 16,0 0-19,0 0 19,0 0-2,0 0-13,0 0 1,0 0 1,0 0 3,0 0 1,0 0 10,0 0-12,0 0-4,0 0 7,0 0-9,0 0 5,0 0 7,0 0-8,0 0 7,0 0 2,0 0-8,0 0 1,0 0-2,0 0 5,0 0 5,0 0-4,0 0 0,0 0-7,0 0 6,0 0-4,0 0 9,0 0 0,0 0-3,0 0 4,0 0-19,0 0-5,0 0 4,0 0 7,0 0 7,0 0 17,0 0-13,0 0-9,0 0 4,0 0-7,0 0 1,0 0 6,0 0 0,0 0-5,0 0 7,0 0 0,0 0-5,0 0 4,0 0-4,0 0-2,0 0 9,0 0-3,0 0-4,0 0 4,0 0-13,0 0 7,0 0 7,0 0-3,0 0 7,0 0-2,0 0-9,0 0 5,0 0-2,0 0 0,0 0-2,0 0-1,0 0 6,0 0-4,0 0 3,0 0 5,0 0-6,0 0 1,0 0 1,0 0-9,0 0-1,0 0 9,0 0-5,0 0 6,0 0 0,0 0-11,0 0 4,0 0 4,0 0-3,0 0 24,0 0-12,0 0-10,0 0 24,0 0-33,0 0 13,0 0-12,0 0-5,0 0 8,0 0-10,0 0 21,0 0-6,0 0 10,0 0 1,0 0-2,0 0-6,0 0-2,0 0-15,-21 0 19,21 0-5,0 0 2,0 0 16,0 0-16,0 0-3,0 0 0,0 0 28,0 0-28,0 0 3,0 0 1,0 0-23,0 0 27,0 0 4,0 0-10,0 0 3,0 0-3,0 0-12,0 0 8,0 0 5,0 0-6,0 0 16,0 0-15,0 0 13,0 0 2,0 0-19,0 0 17,0 0-19,0 0 10,0 0 11,0 0-1,0 0 1,0 0-21,0 0 6,0 0 9,0 0-8,0 0 10,0 0 5,0 0-17,0 0 4,0 0 0,0 0-9,0 0 32,0 0-24,0 0 9,0 0 18,0 0-47,0 0 25,0 0-8,0 0-15,0 0 23,0 0 5,0 0-4,0 0-8,0 0 9,0 0 8,0 0-8,0 0-4,0 0-7,0 0-11,0 0 17,0 0 0,0 0 5,0 0 1,0 0-11,0 0 11,0 0-6,0 0 6,0 0-5,0 0 0,0 0-4,0 0-6,0 0 12,0 0 2,0 0 1,0 0-2,0 0 2,0 0-8,0 0 2,0 0-6,0 0 6,0 0 6,0 0-4,0 0 5,0 0-14,0 0 1,0 0 5,0 0-3,0 0 9,0 0-8,0 0 7,0 0 4,0 0-4,0 0 2,0 0-15,0 0 16,0 0 3,0 0-9,0 0 11,0 0-16,0 0-11,0 0 21,0 0 4,0 0-15,0 0 13,0 0-11,0 0-10,0 0 13,0 0-3,0 0 4,0 0 5,0 0-10,0 0 5,0 0-1,0 0-11,0 0 13,0-22-9,0 22-6,0 0 0,0 0-13,0 0-8,28 0-14,-28-15-2,0 15-12,22 0-26,-22-21-20,15 21-21,-15-12-37,0 12-11,18-16-14,-18 10-24,10 0-3,-10-1-12,10-1-17,-10-3-40,10 1-107,-3 0-130,-1-3 2,2 0 95</inkml:trace>
  <inkml:trace contextRef="#ctx0" brushRef="#br0" timeOffset="49532.9865">19762 12041 2632,'-11'0'-12,"-2"0"51,5 0 48,3 0-3,-1 0 43,6-22-45,0 22-52,0 0 23,0 0-6,0 0 21,0 0 23,0 0-7,23 0-10,-23 0-17,28 0-9,-28 0-1,36 0-13,-17 0-3,1 0 0,-1 0-17,3-18-3,-2 18-3,8 0-13,-2-25 5,7 25 0,2-21 1,8 9-9,4-5-15,4 1-24,5-4-54,7-2-52,2-3-36,10 1-53,-1-1-25,-1-1-20,1 0-110,0 2-174,-1 2-5,-7-1 83</inkml:trace>
  <inkml:trace contextRef="#ctx0" brushRef="#br0" timeOffset="63919.111">11393 11447 1519,'7'0'22,"-3"0"33,-3 0 35,1 0 44,-2 0 24,0 0-4,0 0-10,0 0-27,0 0-34,0 0-14,0 0-27,0 0-1,0 0-13,0 0-8,-19 0 4,19 0-7,0 0 9,-17 0 10,17 0 7,-19 0 13,19 0-2,-23 0-10,8 0-2,-1 0-17,-6 0 0,0 0 4,-4 0 3,-2 0 7,-2 0 2,-1 13-7,-3-13-4,-1 0-1,2 0 2,-2 8 1,0-8 6,0 0 3,-2 0-11,1 0 0,-5 0-20,1 0-1,-6 0-1,-4 0 2,0 0 11,-6-24-20,-9 24 3,-5-18-6,-4 18-10,-5-22 14,1 10-2,-4-4 7,-5-1 25,1 2-9,3-1 16,3 3 4,4-1-18,1 2 11,2-1-13,6 2-10,6 3 2,1 0-6,7-1-1,-2 5 0,6-1-12,2 3 2,2 1 1,0 1-2,-2 0 8,4 0-3,-5 0-4,-3 0 2,2 0-2,-1 0 2,-6 0 3,2 19 4,0-19-5,-2 0 1,1 0 1,6 0-4,-2 13 1,-1-13 1,6 0-7,0 0 9,3 9-1,1-9-4,0 10 7,6-5-16,-2 0 10,3-1-1,1 1 2,1 1 15,-2 0-16,3-2-6,0 0-7,1-1-15,-1 1 7,-2-1 11,1-3-6,0 0 9,-3 0-1,3 0 2,-5 0 9,-4 0-1,-3 0 0,4 0-6,-5 0 7,2-18-5,-1 18 5,-2 0 2,0 0-5,2-16 7,1 16-7,0-9 0,-1 9-3,3-10 0,-1 3 5,1 1-2,3 1-3,-1 1 0,-1 0-4,1 1 9,-2 0-2,1 3-1,1-3 8,-1 2-9,-2 0 3,1-1 0,-1 1-14,3 0-2,-5 1 7,-4 0-1,2-2 7,-3 1 4,-3 1 3,2 0 0,3 0 1,-2 0-1,2 0-3,0 0-7,-1 0 8,6 0-2,4 0-5,-4 0 9,-1 0-12,0 0 4,3 0 4,-1 0-3,1-20 8,0 20-8,-3 0-3,2-18 5,0 18-8,-3-15 6,2 6 1,0 2-16,0-4 12,1-1-13,-2 0-8,3-2 6,-4-2-15,1-1 13,-2 1 11,2-1 2,-2 0 9,2 2-6,-1-1 1,5 4 1,2 2 2,3 0 2,3 3 0,2 0 0,0 2-2,4 3 2,0-1-7,1 3 7,-3 0 2,1 0 0,5 0 7,-3 0-11,0 22 2,1-22-4,0 19-18,7-19-10,-1 19-16,3-19-29,0 22-9,4-22-16,4 21-16,-1-21-7,2 15-25,3-7-2,1-8-16,0 9-5,2-6-3,0-3-62,0 0-95,0 0-158,0 0 37,0-30 98</inkml:trace>
  <inkml:trace contextRef="#ctx0" brushRef="#br0" timeOffset="64455.664">4948 10526 1935,'0'-7'-3,"0"1"2,0 3 4,0 1 0,0 2 8,-25 0 18,25 0-2,0 0 13,-24 0 5,24 31-4,-24-31 10,6 23 23,0-23 8,-2 24 8,-3-24 3,1 25-26,-7-14-12,3 2-8,-1-2 4,0 0 6,-4-1 4,1 3-19,-6-1-9,2-1-14,0 1 1,-6-2 6,2 3-6,-2 1 0,1 1-9,-1-1 8,4 5 7,0-2-2,-2-2 1,3-3-6,1 4-16,2-1 2,2-5 1,1 4-3,3-4 7,4 2-3,1-2-7,5 2 1,1-3-10,1-1 7,2 1 0,3-3 10,0-1 3,1-1 6,1-2 2,1 1-5,2 0-5,0-2-6,-1 2 6,3-1-4,-2-1 26,2 1-5,-5 0-4,4 1 3,-4 1-22,1-2 18,-3 0-7,3 2-15,-4 3 11,1-2-14,3 2 1,-3 0 14,4-1-11,-2 1 4,3 4 5,-1-1-2,4-2 7,0 2-10,1 1 2,0 1 5,0 3 1,0-3 8,26 5 5,-26 0-6,27 0-2,-27 3 3,44 1-7,-19 1-1,5 1-3,5 0-1,3 1-5,1-1 1,1 0-4,5-3-7,-3-1-16,1 1-42,4-4-42,-4-3-77,2-1-53,-2-3-76,1-1-146,-1-1-236,-2-7 43,-1 0 116</inkml:trace>
  <inkml:trace contextRef="#ctx0" brushRef="#br0" timeOffset="87803.3744">15573 5894 942,'-16'2'-3,"-1"-2"15,4 0-3,1 0-9,2 2 1,-1-1-7,5-1 10,1 0 28,-1 0 19,5 0 10,-1 0 2,-1 0-6,3 0 19,-2 0 4,2 0 19,0 0 5,0 0-24,0 0-5,0 0-14,0 0 0,0 0 18,0 0 7,0 0 6,0 0-1,0 0-11,0 0-3,22 0-5,-22 0 9,0 0-15,18 16 1,-18-16-6,22 0-26,-6 0 19,3 0-16,5 0 0,4 0 13,2 0-9,4 0 1,5 0-2,7 0-4,6 0-11,4 0 14,5 0-3,10 0 7,5 0 10,6 0-9,7 0-6,7 0-14,2 0-7,6 19-13,3-19 8,3 0-7,5 22 0,3-22 2,3 17-4,4-17 6,-1 14-1,1-14 1,-4 12-8,-1-4 0,-9-8-6,-2 13 0,-7-9 3,-1 2-3,-7-3 0,-7 0-1,1-3 3,-6 0 8,-3 0-6,-7 0-2,-5 0 1,-4 0-11,-12 0 8,-1-24-6,-10 24-4,-2-20 1,-5 20 2,-6-22 2,-1 22 3,-3-24-2,-1 10 2,-2 14 0,0-17 6,-2 17-4,-1-13-10,-2 13 5,-3-9 0,3 4-6,-2 3 3,-3 0-2,1-1-3,0 3 13,-4-3-4,2 3 9,-4-2-1,4 2-4,-6 0 9,1-1-8,-1 1-3,-3 0 3,4 0 2,-4 0-4,0 0 9,0 0-4,0 0-4,0 0 8,0 0-1,0 0 2,0 0 2,0 0 1,0 0-3,0 0-2,0 0 8,0 0-4,0 0 11,0 0-5,0 0-8,0 0 0,0 0-7,0 0 6,0 0 3,0 0 2,0 0-7,0 0 3,0 0-4,0 0 0,0 0-2,0 0-7,0 0-14,0 0-24,0 0-34,0 0-28,0 0-37,0 0-21,0 0-13,0 0-52,0 0-86,0 0-151,0 0-113,0 0 85</inkml:trace>
  <inkml:trace contextRef="#ctx0" brushRef="#br0" timeOffset="184841.3776">7193 14926 2565,'-7'0'1,"-1"0"20,-1 0 47,2 0 40,-1 0 39,-1 0-5,2 0-13,-3 0-12,6 0-20,0 0 5,0 0-19,-2 0-6,2 0-19,-1 0 2,2 0 0,3 0-10,-3 15 7,0-15-9,2 0-4,-2 0-3,3 0-5,0 0-11,0 10 0,-2-10-10,2 0 2,0 8 9,0-8-10,0 3 0,0 0-6,0 1-4,0 0 10,0-1-2,0 3 10,19-1-2,-19-1-14,0-1 11,0 3-8,16-3 1,-16 2 11,9-1 5,-9 0-2,12 0 8,-6-2-8,2 1-5,3 1 5,2-2-13,1 1 1,2 0-4,3-2-4,-1 2 3,4 0-4,1-2 2,4 0-4,0 2-8,7-3 6,1 0 0,7 0 6,5 0 22,8 0 1,10 0 3,8 0 5,8-24-20,9 24-12,11 0 1,7-20-18,11 20 11,8-14 6,9 14-12,6-15 9,10 15-18,0-7-16,6 7-20,-3 0-50,-2 0-31,-3 0-33,-14 0-37,-6 0-18,-11 19-40,-11-19-19,-9 0-6,-9 20-17,-7-20 12,-5 0-53,-3 0-111,-3 0-121,-2 0 70</inkml:trace>
  <inkml:trace contextRef="#ctx0" brushRef="#br0" timeOffset="188149.3389">18970 15227 2095,'-2'5'25,"1"-3"19,-2 1 26,1 0 33,0-1 23,1-2 6,-2 3-15,3-3-17,-1 0-22,0 2-1,-3-1 8,4-1-5,-1 2-12,0-2-3,1 0-7,-1 3 9,-1-2-13,1-1-7,1 1 2,0 1-2,0-1 4,-2-1-1,2 1 1,0-1-14,0 3 7,0-2-4,0 1 3,0 0 6,0 0-12,0 3-4,0-3-7,0 4-5,22 0 0,-22 0 9,0 0-5,20 1 4,-20-2 2,16 3 7,-16-3-2,22 2 2,-7-2 10,1 0-14,1-2-12,1 3-2,2 0-11,4-5 7,-2 2 5,3-2-22,-1 0 28,1 2-24,0-3 16,3 3 5,0-2-18,-2 1 14,1-1-14,-1 2 5,2 1-9,7-4 1,-4 3 1,3 1 3,1-1 0,1 0-12,2-1 8,-4 3-2,2-4 1,-1 4 11,2-2-6,0-3 5,-3 3-8,1-3-8,0 3-1,4-3-12,-1 1 9,-2-1 7,1 0 6,3 0 0,-1 0-2,-1 0 0,1 0 0,1 0 5,-1 0 3,-2 0 0,1 0-13,-3 0-6,1 0-2,-2 0 0,0 0 6,-4-15 2,1 15 1,1 0 1,-5 0-7,0-11 5,0 11 0,-2 0 1,-1-7-11,3 7 13,-3-5-5,2 5-16,3 0 23,0 0-15,1-5 1,1 5 17,-2 0-6,2 0-5,1 0-6,-4 0-6,1 0-6,-4 0 2,-2 0 4,0 0-1,0 0 2,-4 0 8,2 0-2,-3 0-2,-3 0 12,2 0-1,0 0 4,2 0-12,-4 0 13,5 0-1,-2 0-12,2 0 24,1 0-16,-1-19-3,0 19-1,3 0-1,2-13 4,2 13-8,6 0 20,1-9-14,0 9-4,3 0 9,3-5-2,-3 5 1,-3-5 10,0 3-15,-8 0-4,2 0-12,-3 0-3,-4-1 4,0 0-1,1 2 13,-6-2-15,0-2 12,-3 0 6,1 1-5,-1-4 15,-3 2-8,-1-1-3,1 1 8,2-2 2,1 1 1,-3 2-13,3-2 3,-6-1-7,3-1 9,0 2 8,-1-1-5,-7-1-7,4 1 1,2-3 7,-2 4-3,3-1 3,2 0-7,-1 0-4,-2 0-8,4 0-2,-2-3 11,0 4-12,3-4-4,1 0 9,-5 1-16,3 1 6,0 0 15,-2 0 8,3-2-1,-4-1-1,-2 3 10,4-3-17,-4 2 14,-1-1-2,3-3-8,-1 3 6,0-1-2,-3-1-1,1 2 9,-2-2-11,4 0-7,-2-1 13,-2-2-3,1 1 1,-3-1 15,8 1-2,-8-2-23,3-2 10,-1 0-8,3 1 2,-5 0 6,0 0-3,-1-4 5,-1 3-11,3-1 16,-3 3-1,0-2-10,0 2 12,0 0-11,0 0 7,-24 2-4,24 2-3,0-3 2,-20 1 1,20-1-1,-17-1 2,17-1 5,-22 0-10,22 1 10,-20 0 0,9 3-1,-3-1 10,1 1-13,-3 4 2,3 2-5,-3-1 2,1 1 9,0-3-9,0 3 8,4-1-10,-3-1 5,1 5-2,2-4 2,4-1 4,0 2-7,-6 1 10,6-2-4,-3 1 0,5-1 5,-5 1-6,-1 1 1,2-2-2,-5 2 1,3 1 4,-10 2-7,7-4 4,-3 2 1,-2 1 4,7 0-3,-8 1-5,4-3-1,-2 2-16,4 1 16,1-2 3,-4 1-12,2-1 15,-2 1-4,-2 0 1,2 1-6,-3 0 0,1-3-10,0 3 8,-4-1 7,-2 0-1,2 2 4,-4-1-8,3-1 10,-3 2-7,0-1 3,-2 2-2,2-1-3,2-2 1,-4 2-1,-1 2 4,4-2 5,-2-1 8,2 1-5,0 2 8,0-3-7,0 2-4,0-1 6,2 1 2,-1 0-5,-1 1 0,0-2 0,-2 2-10,3-2 14,0 0-1,-1 2-1,1-1-2,-3-1-10,5 3 0,-2-3 16,1 1-12,-1 2 4,1 0-6,2-2-13,0 2 16,3 0-1,-3-3 1,-3 3-3,4 0 1,1 0-3,-4 0 6,-2 0-5,-1 0-3,0 0 2,1 0 6,3 0 8,-3 0-10,3 0 2,2 0-10,1 0 1,0 0 8,1 0 5,0 15-6,3-15 2,-2 0-11,-1 0-1,0 0 18,1 7-22,0-7 17,0 0 3,-5 0-13,2 0 15,-1 0-8,1 0-8,-1 0 5,1 0-1,3 0 0,-3 0 6,5 0-6,-3 0 8,1 0 2,1 0 4,1 0-6,-1 0-6,0 0 0,2 0-14,-4 0 15,3 0 3,-1 0-6,-2 0 3,-1 0 7,-4 0-6,0 0 9,-1 0 9,0 0-11,2 0 0,0 0 3,-2 0-7,1-19-5,2 19 7,-1 0-6,0 0-3,1 0 8,-1 0 0,-2 0-7,4 0 0,1 0-1,1 0 0,1 0 3,2 0 3,-1 0-4,3 0-4,0 0 2,4 0 17,-2 0-2,-2 0-14,-5 0 0,1 0-17,-1 0 4,3 19 10,-3-19 5,-4 0 3,0 0-3,3 12 4,2-12 1,-5 8 5,0-8 5,-3 9-2,3-9-4,-1 7-12,-1-5 8,0 1-3,1 2-1,-2-1 0,0 1-7,-2 0 7,1 2-4,-1-1 1,-3 1 4,0 1 1,2 3-5,1-3 3,2 0-5,2 0-1,3-1 8,0 1-1,5-1 3,2 0-12,2-2 4,1 1-5,1 2 0,0 0 9,2 1 0,1 1 0,-3 1-2,2 2 10,-1-1-8,1 5 6,0 2-14,2-3 2,0-3-7,-2 5 3,3 1 9,-2 1 8,-1 6 2,1-4-10,-2 4 16,2-1-12,-4 7-9,3-2 14,-1 1-9,3-1 6,-1-4 19,2 3-1,-2-1 5,3-2-18,3 2 1,0 0 2,1-1-8,0-2 31,0 2-7,0-5 1,0 3 1,31-3-19,-31-1 11,25 1 4,-25-1 6,33 3 2,-14-4-10,0 6 1,8-2-16,-3 1 2,5 1-4,1-2-20,3 0 21,0-1 21,2 4-19,1-3 1,4 0-12,1 0-35,7-3 11,1 1 35,2 1-5,5 0-1,3-2 18,-2 2-31,-2-3 0,0-1 6,-5-2-9,-8-1-9,3-4-29,-7-4-14,-5-1-36,1-6-46,0-1-25,-1 0-28,1 0-28,1-29-28,-1 29-32,0-34-67,1 14-74,-2 0-142,-1 3-260,-3-3 108</inkml:trace>
  <inkml:trace contextRef="#ctx0" brushRef="#br0" timeOffset="211580.0428">18357 15387 2890,'-6'0'16,"0"0"2,-1 0 49,-1 0 28,3 0 23,0 0 47,2 0-30,1 0-12,-1 0-43,3 0-37,0 0-4,0 0 0,0 0 16,0 0 22,30 0 26,-30 0-5,35 0 15,-10 0-43,3 0 3,3 0 10,5 0-16,6 0 27,2-22-16,3 22-31,6 0 1,1 0 1,5-16-27,1 16 18,5 0-8,2-13-18,2 13-3,-3 0-15,4 0-11,-4 0 6,1-7 10,-1 7-3,-2 0-15,-4 0-7,0 0-22,0 0-11,-6 0-12,-3 0-14,-3 0 5,-2 0-3,-6 0 35,-4 0-19,-3 0-16,-3 0-5,-4 0-9,-1-21-1,-7 21-3,-3 0-10,-2-17-33,-3 17-15,-3-15-19,-3 15-10,-2-9-27,-2 9-35,0 0-59,0-13-118,0 7-165,0 0 20,-26 1 106</inkml:trace>
  <inkml:trace contextRef="#ctx0" brushRef="#br0" timeOffset="211919.4583">19371 15234 2991,'-10'0'9,"1"16"11,0-16 34,1 0 50,1 0 43,3 0 38,3 0-10,0 0-31,1 0-29,0 0-38,0 22-11,26-22-24,-26 0 4,53 22-13,-19-22 0,11 0 5,12 0-25,5 13 1,14-13-21,4 0-10,6 0-28,3 0-13,5 0 5,3 0-25,4 0-11,1 0-60,-3-23-80,-2 23-62,-1 0-43,-6 0-58,-5 0-218,-6-13-80,-10 13 80</inkml:trace>
  <inkml:trace contextRef="#ctx0" brushRef="#br0" timeOffset="525790.0916">13884 7897 728,'30'0'-9,"-4"0"-6,-2 0-7,0 0 0,1 0 9,2 38 10,6-16-17,3 0-57,8 5-70,1 2-16,6 2 23</inkml:trace>
  <inkml:trace contextRef="#ctx0" brushRef="#br0" timeOffset="526480.9719">13681 12087 2816,'-23'0'41,"23"0"16,0 0 33,-26 0 16,26 0-9,0 0 19,-18 0-10,18 0 23,0 0-23,0 0-32,0 0-18,0 0-26,0 0 9,0 0 8,0 0 19,0 0-9,25 0-12,-25 0-11,42 15-32,-10-15-1,5 0-10,9 0-29,3-28 3,8 28-52,9-28-50,5 9-45,9 2-72,6 0-28,7-3-41,5 3-62,7-2-175,4 0-98,1-5 97</inkml:trace>
  <inkml:trace contextRef="#ctx0" brushRef="#br0" timeOffset="526759.027">16270 11881 2171,'0'0'54,"0"0"22,0 0-4,0 12 31,0-12-33,0 0 5,0 8 37,0-4-19,0 2-2,0-1-14,34-3-31,-14-2-19,9 0-10,6 0-14,10 0-7,11 0 8,8-26-17,15 26-41,12 0-75,14-20-113,10 20-224,9 0-255,5 0 82</inkml:trace>
  <inkml:trace contextRef="#ctx0" brushRef="#br0" timeOffset="527166.408">19596 11921 3471,'0'0'87,"-24"0"-1,24 0 17,-20 0 9,20 0-49,0 0 23,0 0 27,0 0 5,0 0-22,24 0-16,0 0-47,8 0-8,12 0-16,11 0-18,14 0 5,9 0-14,21-28-14,13 28-73,16-25-95,7 5-102,6 20-109,4-25-57,7 7-240,-1-2-96,-5 0 124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2-05-04T03:54:01.6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7291 4129 951,'1'0'12,"-1"0"1,0 0-3,0 0 7,0 9-5,0-9 13,0 0 10,0 0 4,0 0 4,0 0-4,0 0 6,0 0-8,0 0-4,0 0 19,0 5 14,0-5 6,0 0 3,0 3-20,17-3-31,-17 3-11,0-1 0,0 1-6,14-1 9,-14 2 10,12-4-9,-12 3 6,14 0-2,-4 1-2,2-3 7,-1 2 11,0-2 0,-2-1 7,1 2 7,1-1-8,-3-1 10,1 0-6,-1 0-6,-2 0 0,3 0-14,-2 0-2,2 0-1,-4 0-12,3 0 13,-2 0-8,3 0-6,2 0 4,-1 0-10,-3 0-5,3 0-3,2 0 2,0 0 3,-1 0 9,1 0 5,1 0-5,0 0 7,1 0-9,1 0 8,2 0 7,3 0-2,4 0 0,1 0-7,0 0-5,4 0-5,1 0-1,3 0 1,0 0-6,1 0-1,2 0 1,-1 0 0,3 0 6,-2 0-2,3 0 1,-2 0-7,1 0 2,-7 0 5,3 0-4,-3 0 6,-4 14-7,0-14-3,-1 0 4,-5 0-1,2 12 4,-5-12 3,1 0-3,1 5-3,0-5-1,-3 4-4,4-3 3,-2-1 5,4 0-2,0 0 1,0 0-5,2 0 3,0 0-5,5 0 4,-3 2 8,1-2-4,2 0 1,0 1-1,3-1-2,-5 1-3,2-1 1,-2 0 3,1 3 0,-2-3-4,-2 3 2,-4-3 2,2 2-8,0 0 6,-4 1-3,0-2 6,0 0 4,0 1 2,2-2 3,-1 3-12,0-3 12,5 1-5,0-1 10,2 2-10,4-2 6,0 0 5,3 1-2,2-1 7,3 2-8,1 0-3,0-2-6,1 3 3,3-2-12,-3 2 2,0-3 1,1 2 4,-2 0 0,-3 0-3,-3 1 2,2-2-4,-3 0 2,-4-1-3,2 0-2,-3 0 2,3 0 2,-5 0 6,4 0-1,-1 0-7,1 0 1,6 0-1,-1 0 0,2 0 3,2-18-3,4 18-1,3 0-1,0 0 2,7-14 1,1 14 0,4 0-1,-2 0 0,3-8 0,-2 8 1,3 0 1,-2 0 2,-2 0-6,-2 0 4,-3 0 1,-4 0-4,-4 0 5,0 0-2,-9 0-1,0 0 5,-6 0-8,-4 0-4,-4 0-6,-5 0-9,0 0 0,-4 0-4,-2 0-15,3-19-17,-1 19-28,0 0-41,-1 0-50,4-18-45,2 18-60,3 0-70,0-14-104,-1 14 69</inkml:trace>
  <inkml:trace contextRef="#ctx0" brushRef="#br0" timeOffset="1534.6522">12702 3963 837,'0'8'7,"0"-2"-1,0-3-9,0 1 10,0-1-9,0-3 23,0 0 27,-2 0 8,2 3 29,0-2-9,0 1 19,0 0-2,0-1-15,0 1 6,0-1-30,0 0-19,35-1-6,-35 2-16,35-2-2,-10 1 3,5-1 6,3 0 2,6 0 14,5 0 19,6 0-4,7 0-2,6 0-20,8 0-9,5 0-9,5 0 5,5 0 3,5 0-9,5 0-1,-1 0-10,-3 0 1,0 0-3,0 0 0,-2 0 5,-1 18-5,-5-18-3,-2 0 5,3 0-1,3 13 3,-2-13-5,-1 0-3,3 0-13,-2 0-25,-4 0 1,-1 0-17,0 0 3,-8 0-3,-7 0-12,-2 0-24,-10-21-24,-3 21-46,-5 0-44,-6-14-50,-3 14-35,0-12 73</inkml:trace>
  <inkml:trace contextRef="#ctx0" brushRef="#br0" timeOffset="2495.5053">17448 4241 975,'9'1'10,"0"1"14,0-1 22,5 0 22,0-1 5,4 0-14,-1 0-7,4 0-14,5 0 3,-1 0 8,4 0-2,1 0 14,5 0-15,1 0 9,4 0-7,2 0-14,1 0-1,5 0-13,-7 0-11,1 0 1,-1 0 0,-2 0-5,-4 0 3,2 0-6,-2 0-3,0 0 15,2 0-19,-1 0 6,0 0 18,2 0-15,2 0 7,-1-17 10,-1 17-22,2 0-12,1 0 23,-1 0-33,3 0 8,0-12 19,-2 12-13,3 0 11,-1-8-4,0 8-10,-1-8 8,0 4 1,-3-1-1,0 2 2,-2-2 2,1 2 1,-7 0-7,0-1-5,-2 1-36,-5-2-26,1 2-30,-4-1-30,0 1-27,-9-3-34,-1 2-30,3 0-84,-7-4 58</inkml:trace>
  <inkml:trace contextRef="#ctx0" brushRef="#br0" timeOffset="6350.749">9207 5939 1561,'3'0'0,"-1"0"-1,-2 0 5,0 0 0,0-14 1,0 14 14,0 0-7,0 0-8,0 0-1,0 0-18,27 0 23,-27 0-9,0 0 25,19 0 7,-19 0-9,17 0 17,-17 0-7,18 17 8,-18-17 5,14 0 6,-2 0-10,0 0 0,-1 0-1,4 0 0,1 0 6,3 11 2,3-11-7,1 0-6,7 0-8,4 0-11,1 0 4,5 0 7,4 0 1,4 0-3,3 0-7,5 0 1,1 0-2,5 0-4,4 0-4,2 0-8,1-16-4,2 16 2,0 0 8,2 0-6,0 0 6,-1 0-3,-1 0-13,-2-8 4,-4 8-11,-1 0-2,-5-5-8,-5 5-10,-7-4 4,-1 4-4,-6 0 2,-5-3 3,-3 3-13,-1 0-9,-2 0-10,-2 0-12,3 0-14,3 0-25,-1 0-43,1 0-56,3-17-63,3 17-86,1 0 33,3 0 80</inkml:trace>
  <inkml:trace contextRef="#ctx0" brushRef="#br0" timeOffset="7306.0521">14854 5898 1557,'-21'0'0,"21"0"27,0-20 23,-12 20 12,12 0 30,0 0-27,-5-14-16,5 14-22,0 0-19,0 0 2,0 0 1,0 0 19,0 0 3,0 0 3,0 0 8,0 0-16,22 0-8,-22 0 3,0 0-8,16 17 23,-16-17 9,14 0-4,-14 0 7,17 0-13,-6 0-8,2 0 0,3 0-13,3 0-6,1 0 8,4 0-17,2 0 5,5 0 3,3 0-12,10 0 15,1 0-11,1 0 12,4-19 2,9 19-1,8 0 6,4 0-14,8-12 0,2 12-4,10 0-2,7 0 1,4 0-6,1 0-11,1 0-24,-1 0-36,-1 0-35,-4 21-52,-7-21-31,-3 0-87,-7 0-42,-9 0-136,-5 0 42,-6 0 122</inkml:trace>
  <inkml:trace contextRef="#ctx0" brushRef="#br0" timeOffset="9712.6297">19054 6024 2228,'-14'0'-3,"2"0"7,2 0 8,1 0 32,2 0 26,1 0 31,3 0 16,0 0-21,2 0-20,1 0-35,0 0-28,0 0 2,0 0 20,0 0 33,0 0 36,29 0 19,-29 0 9,25 17-20,-25-17-11,35 0-10,-10 19-15,1-19-5,6 10-8,3-10-11,4 9 1,1-9-3,8 0-7,2 0-2,3 0-12,6 0-6,1 0-10,2 0-7,2 0 0,5 0-1,-1 0 0,-1 0-5,-1 0 1,-1 0-5,-2 0 6,-3 21-1,-3-21 3,-4 0-4,-4 0-1,-4 0 0,-1 0-9,-3 0 5,-1 0 5,-1 0 2,-3 0-7,1 0 4,0-19-4,2 19 5,-6-21 3,1 21-1,1-31-7,-2 13-1,2-1-5,-2 0 0,-2-2 9,1 1-13,5-4 12,-8 2-13,-1-2-6,7 3 11,-11-4-6,1 1 13,4-3 3,-5 0-13,-2 0 9,-4-1-2,2-1-2,0 4-6,-3-2 5,1-1 5,-4 3 0,0-1 12,-1 2-8,1-1-11,-6 1 3,1-2 0,-2-1 1,0 3 6,-7-3-5,0 1 3,0-3 1,0 0-4,0 2 1,0-1 4,-27 0-3,27 1-1,0 1 5,-31 0-6,31 1 4,-23 1-5,23 1 2,-27 0 1,12-1-4,-3 0 14,3 4-11,-4-1 5,0-1 8,2 0-10,-5 2 4,3 1-4,-2-2-6,1 5 3,0-5 4,-1 2-1,-2 1-8,2 3 13,-3 0 2,3 0-3,-5 2 11,3-1-18,-2 1-1,-1 0 4,3-2 4,-4 1-7,0-1 7,-6 1-8,3-3 4,0 2 6,-7 3-8,-1-2 7,0 1-7,-1 1 4,-2 0 0,1 0-1,-5 0-2,0 0 3,-3 2-1,3 1-1,-3-2-2,0 3-2,1 0 7,0 1 0,-2 2 1,2-3 0,-1 4-3,0 1 0,1 0 0,-2 3 2,-1 0 1,-2 0 0,3 0 0,0 0 0,-2 28-1,6-28 0,-4 26 5,-2-26-5,2 32 3,-4-12 1,-2 3-2,-2 2 3,0 3 8,-2 1-3,-2 3-4,5 7 3,-4 2-11,6 2 4,2 3 7,2 3-2,3 1 4,2 6-1,5-3-3,1-2 0,4 3-3,3 0 5,4-3 13,-1 1 0,6 1 13,-1-2-1,8 3-9,-2-2 5,7 2-11,1 1 0,7 0-3,3 1-2,0-5 5,0 2-10,48 1 8,-17 0-8,12-1-10,13-3-22,10 1-73,14-8-99,9 1-111,9-5-126,8-7-184,5-9-222,1-6 114</inkml:trace>
  <inkml:trace contextRef="#ctx0" brushRef="#br0" timeOffset="11041.2293">12566 9943 2484,'0'-3'15,"0"2"25,0-2-1,0 0 41,0 1-3,-17-1 14,17 1 17,0 2-33,0 0-1,0 0-37,0 0-19,0 0 15,0 0 17,-14 0 28,14 0 27,0 22 3,0-22-7,-7 24-13,7-5 1,-9 4-11,8 5 7,-2 4-3,0 6-11,1 6-13,-2 6-34,0 4-5,1 2-13,-1 5-4,2 4 10,-2-2-11,-1 0-3,1-1-48,-2-3-20,1-2-51,0-7-35,-1-4-17,1-8-43,1-7-26,-1-4-17,4-10-36,-1-7-130,2-10-191,0 0-21,0-43 99</inkml:trace>
  <inkml:trace contextRef="#ctx0" brushRef="#br0" timeOffset="11293.0411">12510 10110 2934,'0'-21'15,"0"-3"11,0 2 18,-19 1 39,19-4 6,0 5 19,27 1 8,-27 0-29,48 5-22,-14 1-23,9 2-31,3 3-13,5 5 4,3 1-6,-3 2-1,-2 0 3,-2 27-11,-5-27-11,-7 43-6,-6-16 3,-9 2 0,-6 1 20,-8 2 9,-6 1-4,0-2 7,0-1-3,-46-2 2,18-2 4,-6-1 0,-6-4-3,-5-2-14,2-4 7,-5-1-17,-2-3-36,-1-4-28,1 0-68,2-7-40,3 0-33,5 0-53,3 0-97,6-25-167,7 25-60,6-33 95</inkml:trace>
  <inkml:trace contextRef="#ctx0" brushRef="#br0" timeOffset="11757.1715">13406 10236 3207,'-40'0'8,"20"0"-8,20 0 3,-34 0 3,34 0-7,-21 0 10,21 0 0,0 0-1,0 0 0,0 0-7,39 0-18,-39 0-14,46 0-10,-16-24 17,2 24 9,-1 0 10,-1-24 8,-2 24-16,-4-19 7,-1 19 5,-4-25-6,-1 12 9,-6 0-1,-1 1 4,-1-2-2,-3 3 6,0-1-6,-7 0 2,4 2 6,-4-2-11,0 1 3,0 1-3,0-2 3,0 0 9,-28 0 8,28 2-2,-23 0 2,23 3 1,-28-1-5,28 4 9,-31 0 4,14 1 4,-2 3 12,0 0 6,2 0 10,-4 0-2,0 0-8,0 31-9,1-31-7,-1 30-7,1-9-3,0 0 7,0 4-3,0 0-4,4 2 14,-2 3-2,3-2 0,0 2 8,5-2-12,0 2-8,1-2-1,6 0-9,0-2-3,3-4-1,0 0 2,0-3 1,25 0 3,-25-6 5,35-1-8,-12 0 0,4-7-9,5 1-3,3-6-8,5 0 5,7 0-27,4 0-50,0-24-64,3 24-90,0-29-65,-1 29-47,0-33 2,-1 16 39,-6-2-66,-3 0-178,-7-3-12,-3 0 42</inkml:trace>
  <inkml:trace contextRef="#ctx0" brushRef="#br0" timeOffset="12326.2837">14054 10019 3238,'0'-3'-1,"0"1"4,0-1-7,0 3-4,0-2 7,0 2-3,0 0 8,0 0 19,0 0-4,0 29-2,30-29 0,-30 26-15,45-26 2,-15 33 3,1-15 5,-2 2-1,-2-1 1,-1 0-11,-9 3-6,0 0 3,-5-3-1,-12 4 8,6-2 2,-6-2 13,0-2 1,0 0 3,-35-3 0,35-4-16,-37 0-6,14-1 4,-3-4-2,2-2 0,0-3 5,1 0-9,2 0-2,3 0 4,3-31-4,4 31 2,3-31-5,8 11-11,0-1-4,0-4-2,0 0-1,41-2-3,-13-2-12,7 0-5,6 1 2,7-1 14,1 4 22,-2 0-3,1 2 15,-7 4-9,-1 3-5,-4 0 16,-9 4 18,-5 3 21,-6 1 23,-7 4 13,-3 2-29,-6-1 0,0 3-6,0 0-11,0 0 20,-29 0-2,29 0 5,-34 24-3,14-24-6,-3 0 2,3 29-9,-1-29 0,2 21-8,3-21-8,-2 25-6,3-12-9,4-1-2,-1 2-9,5-2-4,2 2 11,5-1 6,0 1-2,0 0 5,0 0 3,0-1-7,35 0 3,-35 1-4,34 0-1,-15-2 1,2 0 7,-3-1 2,2 0-1,-3-1 10,-2 1-5,0-3 0,-2 0-13,-3 0-9,-3 0-10,-1-1 9,-1 1 1,-1-1-2,-1-2 10,-3 4-16,0 0 8,0 1-7,0 1-1,-28-2 2,28 2-1,-25 2 8,25-2-4,-30-2-5,11 1-6,1-3-19,-4-2-20,2 1-28,-1-5-37,0-1-53,2 0-58,-2 0-47,3 0-29,1-24-3,3 24-22,3-30-29,6 11-96,5-3-141,0-4 55,0-1 110</inkml:trace>
  <inkml:trace contextRef="#ctx0" brushRef="#br0" timeOffset="12533.1643">14954 10042 3440,'0'0'17,"0"0"3,-26 0 2,26 0 27,0 0 4,-24 18 28,24-18 14,0 0-30,-18 21-15,18-8-27,0 4-16,0 0-3,0 2-7,0 2 0,0 1 9,0 2 6,0 1-7,0 0-32,0-1-44,0-1-37,23 0-42,-23-3-27,0 0-21,0-1-38,0-3-42,0-5-53,0-1-111,0-3-187,0-6 74,0-1 109</inkml:trace>
  <inkml:trace contextRef="#ctx0" brushRef="#br0" timeOffset="13377.1384">15584 9893 1842,'0'0'7,"-20"8"-3,20-8 4,0 0 9,-15 0-6,15 0 6,0 0-12,-12 0-1,12 0 3,-10 0 8,10 0 34,-9 0 11,1 0 13,3 0 10,-2 0 3,2 0-3,1 0-1,0 0-8,-1 0-15,4 0-27,1 0 2,0 0-17,0 0-12,0 0 13,0 0-12,0 0 4,0 0 8,0 0-2,0 0 5,0 0-4,0 0-4,0 0-9,0 0-1,0 0 2,0 0 4,0 0 10,0 0-4,0 0 3,0 0-18,0 0 11,0 0-8,0 0 0,0 0 23,0 20-15,0-20 11,0 0 4,-20 0-8,20 0 3,0 18-6,0-18 10,-17 0-1,17 12 11,-12-12 5,12 10-4,-7-10 3,-2 10-7,4-5-2,2-1-3,-3 1-4,3-1-1,-5 1-2,2 0-4,-4 0 0,1 2 10,-2-2 6,-3 3 0,-2-1-2,2 2-6,-1-2-5,3 2 2,2-3-3,1 1 1,4 0 1,2-1-5,1 1 18,2-3 10,0 4 7,0-3 6,0 4-7,30-2-7,-30 2-10,31-3-5,-10 4-9,2-1-4,5-1-19,-2 3 9,4-1-1,-1 0-1,1 2 11,0-1 7,0-2-10,-4 3-7,-5-2-2,-4 1-9,-4-3 12,-3 2 3,-5-3 3,-2 2 7,-3-2-1,0 1 1,0-3 2,-33 3-8,33-1-3,-44 0-5,16 0-7,-4-3-3,0 0-17,-8-4-22,1 0-42,-1 0-55,0 0-46,5 0-38,-1-28-16,3 28-17,3-29-37,8 29-92,6-38-154,5 14-93,11-6 99</inkml:trace>
  <inkml:trace contextRef="#ctx0" brushRef="#br0" timeOffset="13576.4107">15953 9714 3143,'12'-15'85,"-7"1"128,-5-3 24,0 2 25,0-2-45,-38 5-120,38 2-30,-24 6-13,24 4-28,0 0 4,-19 0-5,19 31-7,0-7 0,0 8-8,0 7 13,-11 4-6,11 10-12,0-4-5,0 9-4,0 0-28,0 1-63,0 0-39,0-6-54,0-2-37,0 0-10,0-5-21,18-8-17,-18-3-31,0-9-71,0-3-143,0-9-155,0-5 99</inkml:trace>
  <inkml:trace contextRef="#ctx0" brushRef="#br0" timeOffset="13720.5015">15924 10101 3036,'0'-16'56,"-25"0"17,25 1 6,0 4 4,0-4-57,0 3-22,0 3-10,0 1-11,0 3-46,38 1-39,-13 0-44,3 3-51,3-1-11,1 2-29,0 0-62,-4 0-91,2 0-145,-7 0 38,0 0 110</inkml:trace>
  <inkml:trace contextRef="#ctx0" brushRef="#br0" timeOffset="14469.0476">16491 10195 2797,'8'0'37,"-3"0"46,-1 0 44,-1 0 28,-1 0-40,-1-25-44,3 25-42,-2-20-23,5 20 6,-2-20-6,1 20 0,0-26 12,2 14 7,-3-3 14,-3 0 20,0 1 2,-2-1-2,0-2 0,0 2 1,0-1 1,-33 2 3,33 1 0,-30 1-13,30 2-22,-36 2-5,14 2-7,0 5 2,3-1 9,-6 2 3,4 0 5,-4 0 4,1 0-6,0 24 1,-2-24-18,3 24-6,0-24 1,1 30-16,-1-13 10,3 2-6,4 0-10,0 1 13,6 1 3,3 1-8,2-5-4,5 2-8,0-5-11,0 2 3,0-4 8,0-3 9,27-3 2,-27-2 9,23-3 2,-23-1-8,29 0 5,-8 0-10,-2 0 2,4-30 2,0 30-3,3-23 4,0 23 4,-3-25-8,1 25 5,-4-20 4,-4 20-3,1-17 10,-4 17 1,-2-11-4,-1 11 0,-6-6-7,1 6-6,-1 0 4,1 0 5,-1 0-1,-2 0 7,2 28-14,0-28-1,2 26 5,1-26 0,3 30 2,-2-12-19,3-1-19,2-2-36,-3 0-20,2-4-14,-2 1 3,4-4 7,-3-1 2,-1-3-3,0-4-10,4 0 14,-1 0 23,-1 0 28,2 0 22,-2-33 8,1 33 4,-2-32 23,2 15 23,-3-3 12,-2 4 16,2 1 2,-3 1 9,0 14 7,-2-16-4,1 16-15,-2-8-17,1 8-14,-4 0-14,2 0 19,-1 0 19,-2 0 12,2 26 10,3-26-21,-1 30-26,3-11-9,-3 0-10,3 4-4,2-2-5,2-1-9,-1-2 4,0-1 4,-1-4 19,-2-4 8,0 1 23,-1-5 22,0-5-12,-1 0 1,-1 0-20,1 0-28,-1-22-10,3 22 2,1-33-12,-2 10-8,1 0 8,2-2-11,0-2 2,-1 1 19,-1 1-17,2 4 5,2 0-16,2 3-27,2 3 2,0 3-2,1 3 10,0 2 6,4 4-1,0 1-23,0 2 9,-1 0 6,0 0 0,-2 37 18,0-37-19,-2 38-17,-4-13-4,0 2-6,-5-1-3,1 0 19,-4 1 10,1-1-6,-3-2-30,3-5-46,-3 1-51,3-4-32,-1-3 10,3-2 3,0-4 17,6-1 4,2-6-29,6 0-63,5 0-145,4 0-154,1-24 69</inkml:trace>
  <inkml:trace contextRef="#ctx0" brushRef="#br0" timeOffset="15116.6595">17814 10039 2650,'0'0'20,"0"0"19,0 0 48,0 0 38,0 0 0,0 0-9,0 0-37,-20-17-26,20 17 0,0 0 6,-19 0 12,19 0 7,-17 0 2,6 0 4,-1 0 10,-4 0-5,0 0-4,-2 0-9,-3 20-21,2-20 4,-2 20-13,0-20-4,1 29-2,1-13-17,4 2-5,0 1-11,4 1-2,1 1-4,3 1-1,5 2 1,2-2-4,0 0 3,0-3 7,25 3-7,-25-2-10,38-2-15,-14-3-17,4 0-13,2-3-18,4-4-2,2-1-11,1-1-1,5-4 11,2-2 4,2 0 21,1 0 18,2-26 6,-3 26 14,3-26-9,-1 7 3,-4-1 2,-5 1 2,-2-2 11,-8-2 14,-4-1 24,-2 2 26,-6-2 3,-6 3 9,-3 1-9,-3 1-18,-5 2 3,2 3-10,-2 2-8,0 0 4,0 4-5,0-2-11,-30 5 3,30 0-8,-25 2 2,25 1-1,-27 2 2,27 0 1,-29 0-7,13 0 11,3 0-3,-4 22 4,2-22 15,0 20-5,-1-20-2,-1 26-1,3-11-8,1 2-1,0 0 8,3 4-2,0 0 8,1 0-8,2 3 0,4-2-8,2 1-4,0-1-5,1 0-1,0-1 1,0-1-2,0-3 7,0-1-4,33-2-3,-33-4 4,42-1-8,-15-4-5,8-2 10,6-3-13,6 0-4,0 0-10,5 0-15,2-27 9,4 27-12,5-22-18,-2 22-42,-2-17-63,1 17-46,-6 0-57,-9-17-18,-1 17-23,-12 0 5,-7-11 10,-7 11-27,-4 0-97,-8-6-130,-4 6-5,-2-2 99</inkml:trace>
  <inkml:trace contextRef="#ctx0" brushRef="#br0" timeOffset="15600.7156">18573 10844 3547,'2'0'19,"-1"0"25,-1-17 32,0 17 34,0 0 12,0 0-13,0 0-21,0 0-15,0 0-26,-25 0-15,25 24-1,-21-24-14,5 21 15,-5-21 13,-1 27 5,-5-15-5,-5 5-10,-4-2-13,-3-1-12,-6 1 8,0-1-11,-6-2-3,-8 4 4,-5 0-8,-6-3 3,-5 3 6,-4-3-4,-2 1-5,-8-1-3,-5-1 3,-2 2-2,0-3 22,-2 1 13,-2 0 7,-2-1-1,2 0-2,1 1-6,1 3-10,-3-2 19,3 0-33,3 3-4,2 0 18,3-2-28,1 3 32,5-2-19,7 0-17,4 0 12,6-1-17,6-3 8,4 1-16,7 0-21,4-3-28,6-2-28,1-1-16,4-1-27,4-1-15,2-1-12,3-3-49,4 0-30,0 0-42,1 0-34,6 0-15,3-29-46,-1 29-89,6-28-108,2 11 64,1-2 119</inkml:trace>
  <inkml:trace contextRef="#ctx0" brushRef="#br0" timeOffset="15765.4816">15842 11186 3122,'10'0'43,"-3"0"54,-4 0 54,0 0 29,-3 0-16,0 0-59,0 0-56,0 0-28,0 0-27,0 0 3,0 0-6,0 0-29,0 0-34,0 0-39,0 0-39,0 0-18,0 0-52,0 0-31,0 0-75,0 0-93,0-21-152,0 21-47,0-33 124</inkml:trace>
  <inkml:trace contextRef="#ctx0" brushRef="#br0" timeOffset="16791.9303">23171 5821 1571,'20'0'7,"-20"0"19,31 0 24,-8 0 15,6 0 18,4 0-9,6-22-13,4 22-7,7 0-33,1-17-11,5 17-9,7 0-16,-5-12-25,3 12-67,2 0-76,4-10-143,-1 10-138,4-10 69</inkml:trace>
  <inkml:trace contextRef="#ctx0" brushRef="#br0" timeOffset="18093.1573">4685 6559 1476,'0'4'15,"0"0"42,0 3 38,16-1 27,-16-2 16,0 4-10,0-3-11,14 2-4,-14 3-13,17 0-8,-4-2-5,0-1 1,6 2-2,4-2-12,6 0-9,4-4-13,8 2-21,11-3-10,9-2-8,13 0-9,10 0-14,10-29-52,7 29-79,12-36-123,2 17-174,9-3-215,2-3 48,2 1 123</inkml:trace>
  <inkml:trace contextRef="#ctx0" brushRef="#br0" timeOffset="18251.1836">7251 6442 2363,'6'0'-65,"-6"0"-3,0 0-11,0 0-11,0-22 37,0 22-37,0 0-42,0 0-80,0 0-50,26 0-115,-26 0-2,25 0 90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2-05-04T03:57:39.5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3705 6827 2372,'-3'0'11,"0"0"-1,2 0 7,1 0 15,0 0 2,0 0 15,0 0-2,0 0-3,0 0 0,0 0-6,0 0 13,31 0-6,-31 0-7,21 0 6,-21 0-6,25 0 3,-25 0 7,24 0-6,-11 22 6,-1-22-5,2 0-9,-2 14 6,2-14-9,0 0-2,3 14 3,-2-14-8,3 10 14,-1-10 4,4 5 1,1-5 5,2 5-14,3-5-3,0 4-9,3-4 3,6 1-17,-2-1-2,3 0 4,2 1-6,-1-1 9,5 0-3,1 0-6,2 0-6,-2 0 4,-1 0-1,-1 0 1,0 0 0,1 0-13,-2 0 9,0 0 2,-4 0-4,1 0 12,2 0-6,-2 0-6,-2 16 10,0-16-2,-1 0 0,1 0 8,-2 0-8,2 0 2,1 0-5,0 0-1,3 0 5,0 0-8,0 0 4,0 0-4,2 0-1,0 0 2,-1 0 4,0 0-2,0 0 8,1 0-5,-2 0 3,2 0-2,-1 0-15,0 0 16,2 0-5,1 0-6,-6 0 16,0 0-8,3 0-6,-3 0 3,-1 0 2,1-16-6,1 16 5,-3 0 7,4 0-10,1 0 17,-3 0-11,-4 0-7,2 0 11,-1 0-15,-3 0 7,-1 0 7,0 0-9,-1 0 0,0 0-4,0 0 10,1 0-1,-1 0-5,-2 0 24,2 0-3,-1 0 5,1 0 11,0 0-12,2 0-8,-4 0-6,4 0-3,1 0-1,-1 0 5,2 0 5,1 0-9,-1 0 1,1 0-19,1 0 4,-2 0 5,4 0 6,-2 0 9,0 0-10,-3 0 5,2 0-7,-2 0 7,2 0-7,-1 0 1,3 0 7,-3 0-1,4 0 11,1 0-4,3 0-2,-4-24-3,-2 24-4,4 0 2,-1 0-7,-1 0 3,-1 0 5,0 0-9,2 0 4,-2 0 0,-2 0-4,5 0 8,-2 0 2,2-13-2,-2 13 4,-3 0-8,3 0-4,-1 0 11,-1 0-7,-2 0 8,0 0-2,-1 0-13,1 0 5,3 0-3,-2 0 3,1 0 0,-1 0 2,-1 0-2,0 0-1,1 0 6,-2 0-4,1 0 1,-1 0-2,3 0 0,2 0 2,3 0 4,-1 0 5,0 0-8,4 0 5,0 0 0,1 0 2,-2-17 0,-1 17-6,1 0-3,0 0 0,1 0 2,-1 0 8,-1 0-1,2 0 2,-4-13-6,1 13-4,-1 0 1,-2 0-2,1 0-3,-3 0 0,-3 0 6,-1 0-1,1 0 4,-3 0-4,1 0-4,-1 0 0,-1 0-3,2 0 7,-4 0-3,-2 0 1,-1-19 10,0 19-11,2 0 4,-1 0-1,-1-14-3,0 14 0,2 0 0,3-13 18,2 13 1,-1-7 4,5 7 1,0-6-13,2 6 2,2-6-4,0 6 1,3-1-6,0-2-1,2 3 10,-3 0-15,0 0 12,2 0 11,-3 0-28,0 0 12,-1 0 2,-1 0-10,-2 0 16,0 0-3,-2 0-9,-3 0-1,-1 0 16,-1 0 4,1 0 7,-5 0 4,0 0 1,-1 0-14,-1 0 4,2-17-8,-2 17-11,1 0 36,1 0-24,-3 0 3,5-10-8,-4 10-21,0 0 18,-2 0-7,-2 0 4,6-7 0,-3 7-4,1 0-4,-3 0 6,5 0-4,0 0 0,1 0 10,-2 0-2,-1 0-6,-2 0-2,-4 16-2,1-16 2,-1 0 8,-4 0-1,-2 0-4,0 0-4,-2 10 6,-1-10-6,-1 0 4,0 0-3,-4 0-4,2 0 10,1 0-7,0 0 5,0 0-7,0 0-19,2 0-1,0 0-25,2 0-14,-1 0-15,1 0-17,1 0-10,1 0-23,0-19-32,-1 19-36,1 0-29,2-16-13,-1 16 10,2-11-14,-1 11-3,2-9-25,1 9-49,2-5-63,-1 5-108,7-6 38,-2 2 99</inkml:trace>
  <inkml:trace contextRef="#ctx0" brushRef="#br0" timeOffset="764.9883">13325 6763 1915,'-14'1'20,"9"2"15,-3 0 17,2-2 29,3 2 11,0-3-4,-1 0 11,4 0-26,0 0-11,0 0 0,0 0-12,0 0 9,0 0-4,0 0 13,0 0 7,0 0 10,0 0 12,29 0-14,-29 0-8,29 0-15,-7 0-20,5 17-16,5-17-4,8 0-7,4 0-5,9 0 7,5 12-4,6-12 6,7 0 2,1 6-9,4-6 4,4 0-12,5 0-6,4 5 10,1-5-12,4 0 8,0 0-8,5 0 2,1 0 2,0 0-2,-2 0 14,2 0-16,-3 0 0,-2 0-2,-7 0-1,-3 0 7,0 18 4,-5-18 0,-5 0-7,-2 17-1,-7-17 1,-1 0 1,-5 9 3,-4-9 2,-7 0 4,-5 5-3,-5-5 5,-8 0-6,-4 0-2,-5 0 3,-5 0 2,-3 0 4,-4 0 5,-3 0 1,1 0-3,0 0 2,-4 0-11,2 0 0,-2 0-4,2-14 1,-1 14-1,1 0 0,-1 0 2,1 0-2,1 0 0,-1 0 0,1 0 0,0 0-6,0 0 3,1 0-10,0 0-23,-1 0-20,-2 0-30,1 0-17,-1 0-13,-1 0-8,-1 0-12,-1 0-12,-1 0-22,-1 0-27,0 0-49,2 0-78,-2 0-80,4 0-77,-4 0 90</inkml:trace>
  <inkml:trace contextRef="#ctx0" brushRef="#br0" timeOffset="1884.0741">17624 6863 1871,'-5'0'20,"3"9"7,-1-9 12,0 3 36,2-3 9,0 0 13,0 4 15,1 0-13,-3-2-4,3 1 9,0-1-2,0 3-1,0 1-7,32-4-2,-32 5-2,42-5-10,-12 2-13,9 0-19,7 0-28,6-3-10,4 1-2,5 0-17,6-2 16,6 0-11,2 0 4,3 0 5,4 0-11,4 0 10,5 0-3,4 0-2,-3 0-2,4 0-2,-4-18-2,0 18 4,-9 0 7,-3 0 20,-10 0 9,-6-10 3,-8 10 3,-6 0-18,-9-9 2,-5 4 11,-7 5 1,-9-5 13,0 2-11,-5-1-14,-5 0 8,-4-1-6,-1 2-1,1 3-4,-3 0-5,2-2-17,-3 2 5,0 0 2,0 0-11,1 0 8,-1 0-2,-2 0-2,1 0 1,1 0-3,-2 0-1,1 0 2,-1 0 1,0 0-2,0 0 9,0 0-1,0 0 3,0 0 2,0 0-2,0 0 0,0 0 9,0 0-5,0 0-1,0 0 1,0 0-10,0 0 10,0 0-9,0 0-1,0 0 1,0 0-8,0 0 7,0 0-7,0 0 3,0 0 5,13 0 1,-13 0 5,0 0-5,0 0-2,0 0-4,0 0 5,0 0-6,0 0 6,0 0-8,0 0 4,0 0 7,0 0-3,0 0 2,0 0-4,0 0-4,0 0 1,0 0 3,0 0 2,0 0-20,0 0-22,0 0-33,0 0-42,0 0-34,18 0-45,-18 0-46,0 0-53,18 0-96,-18 0-162,22-18-103,-4 18 93</inkml:trace>
  <inkml:trace contextRef="#ctx0" brushRef="#br0" timeOffset="2547.6632">23665 6956 2066,'0'0'4,"0"0"10,0 0 7,0 0 19,0 0 30,0 0 25,0 0 21,0 0-3,0 0-20,0 0-24,0 0-35,0 0-1,0 0-9,0 0-1,0 0 14,0 0-11,0 0 5,0 0-11,0 0-1,0 0-14,0 0-1,0 0-6,0 0-16,0 0-21,21 0-38,-21 0-34,0 0-48,13 0-51,-13 0-109,16 0-134,-16 0-112,11 0 79</inkml:trace>
  <inkml:trace contextRef="#ctx0" brushRef="#br0" timeOffset="3555.2863">1195 7550 2797,'0'0'0,"0"0"4,0 0 1,0 0 39,0 0 27,0 0 17,-21 0 13,21 0-37,0 0-27,0 0-12,0 0 0,0 0 15,0 0 20,25 0 23,-25 20 14,39-20 1,-10 18-8,8-18-33,11 14-19,5-14-4,10 0-12,10 0-1,7 0-5,10 0-15,9 0-29,11-25-70,1 25-88,8-20-99,0 20-91,-5-21-106,-1 21-198,-7-22-15,-14 10 120</inkml:trace>
  <inkml:trace contextRef="#ctx0" brushRef="#br0" timeOffset="8298.7252">5760 9250 2444,'0'0'11,"0"0"-8,0 13 24,0-13 10,0 0 26,0 0 33,0 0-5,0 0-7,0 0-33,0 0-31,0 0-15,-18 5 0,18-5 11,0 0 20,0 5 18,0-2 11,0-1-4,23 1-6,-23 2-11,20-1-2,-20 3 4,31-1-5,-10-2 0,1 2-7,2 0 3,6-1 7,5-1-9,7 0 4,7 0-9,6-4-3,9 3 0,5-3-10,7 0-1,8 0-14,2 0-2,4 0 9,3 0-11,1-21 0,1 21 8,5 0-12,-3 0-1,5 0-18,1 0-24,5-13-22,0 13-43,1 0-13,-1 0-39,1 0-9,1 0-7,2 0-7,-5 0 3,3 0-33,-5 0-11,3 0-24,2 0-31,3 0-63,1 0-59,0 0 68</inkml:trace>
  <inkml:trace contextRef="#ctx0" brushRef="#br0" timeOffset="9930.0055">13171 9224 2048,'-11'0'29,"0"0"39,-1 0 34,3 0 39,-1 0-14,3 0-21,1 0-6,2-17-24,0 17-16,4 0-17,0 0-26,0 0-12,0 0 8,0 0 6,0 0-1,0 0 4,0 0-3,0 0-1,0 0 7,0 0 17,0 0 4,0 0 7,29 0-8,-29 0-9,31 0-16,-7 0-11,7 0 7,3 20-8,6-20 2,7 0 2,4 0 0,6 0 24,3 0 12,8 0 5,6 0-9,7 10-26,1-10-6,10 7-1,3 0-5,5 0 1,6-1-9,1 1-2,5 0-2,0 0-4,4 3 0,0 0-17,-2-2-18,-1 0-29,-6-2-38,-8 1-45,-4-1-44,-6 2-30,-9-7-38,-10 1-36,-6-2-85,-6 0-138,-1 0 23,-5 0 94</inkml:trace>
  <inkml:trace contextRef="#ctx0" brushRef="#br0" timeOffset="10801.9768">18101 9114 1700,'-7'4'16,"0"-3"6,1-1 44,1 2 44,-7-2 12,3 0 19,3 0-28,-4 0 3,-2 0-3,-1 0-18,2 0 23,-2 0-30,4 0 0,1 0 16,-5 0-8,7 0-20,-1 0 2,0 0-10,4 0-16,-2 0 9,3 0-18,2 0-1,-1 0-5,1 0-7,0 0 10,0 0 5,27 0 5,-27 0 3,48 0-13,-13 22-13,9-22-6,14 0 1,9 0 1,10 13-5,10-13-6,9 0-2,9 9-7,7-9-3,3 0 0,3 11-8,1-5 0,3-2-19,0-1-37,-1 1-29,-4 0-41,-1 0-32,1-4-20,-4 2-33,-5-1-36,-7-1-36,-6 2-102,-6-2-153,-9 0-48,-9 0 91</inkml:trace>
  <inkml:trace contextRef="#ctx0" brushRef="#br0" timeOffset="18601.1145">14018 11814 1628,'26'0'20,"-6"0"13,4 0 7,7 0-8,5-20-13,8 20 0,9 0-13,6-23 8,6 23-19,4-15-37,7 15-24,4-12-1,6 12 21,4 0 8,6-9-69,7 9-143,4 0-145,4 0 17</inkml:trace>
  <inkml:trace contextRef="#ctx0" brushRef="#br0" timeOffset="18827.9366">18424 11840 1804,'0'-14'0,"0"14"-4,0 0-7,0 0 8,0 0 0,0 0-16,0 0 22,0 0-20,0 0-3,0 0 2,0 0-59,0 0-25,23 0-35,-23 0-94,21 18-77,-21-18-21,22 0 39</inkml:trace>
  <inkml:trace contextRef="#ctx0" brushRef="#br0" timeOffset="26903.9982">3933 18579 2419,'0'0'26,"0"0"9,-20 3 26,20-1 25,0-2-10,0 0 8,0 2-9,0-2 0,0 3 7,0 0 1,0-1-2,22 1 0,-22 1-1,19-1 6,-19 1 19,28-1-21,-12-1-5,5 3-15,4-4-39,5-1 8,3 1-10,6-1-9,6 0 13,1 0-16,10 0-3,6-28-5,3 28-70,4-19-59,5 19-89,4-21-99,0 21-61,3-15-179,-2 15-210,0-17 106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2-05-04T03:58:12.6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5461 8563 2853,'14'0'-1,"-7"0"-4,-1 0 0,-4 0-4,-1 0-1,-1 0 4,0 0 2,0 0-5,0 0 9,0 0 1,0 0-10,41 0 1,-41 0-17,49 21-14,-12-21-15,10 0-18,6 0-30,8 0-52,9-24-51,10 24-67,10-34-85,5 14-42,9 2-38,3-2 94</inkml:trace>
  <inkml:trace contextRef="#ctx0" brushRef="#br0" timeOffset="599.3018">6064 10549 2448,'-3'2'23,"1"-2"11,2 0 19,-2 0 13,1 0-5,1 0 5,0 0 10,0 0 8,0 0 3,23 0-4,-23 0-14,28 0-22,-8 0-22,3 0-12,6 0-12,6 0-1,4-18 1,7 18-26,7-14-36,3 14-20,5-17-53,9 5-57,4 2-84,7-1-172,6 2-207,3-4 61,4 4 119</inkml:trace>
  <inkml:trace contextRef="#ctx0" brushRef="#br0" timeOffset="1187.8079">6300 13493 3960,'-9'14'3,"0"-6"1,1-1 12,1-4 45,7-3 31,-3 0 17,3 0 3,0 0-32,0 0-39,0 0-13,33 0-16,-9 25-3,9-25 1,11 0-5,12 14-11,14-14-26,15 0-19,12-27-23,19 27-28,9-46-22,10 19-57,8-1-71,7 1-76,1 2-133,-5 6-257,-2 0-92,-7 8 115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2-05-04T04:03:11.8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2422 4688 1565,'-8'0'23,"0"0"31,2-13 28,-1 13 26,2 0-19,1 0-20,0 0-20,2 0-21,2 0-11,0 0-13,0 0-11,0 0 3,0 0 46,0 0 60,0 0 38,0 0 10,27 0-22,-27 0-37,29 18-8,-11-18 5,6 18-7,7-18-4,4 19-7,8-19-13,5 20-8,8-20-19,9 14-15,8-14-9,6 0 6,5 0-1,8 0-11,11 0-6,4-25-56,8 25-67,2-19-84,0 19-82,2 0-87,-1-20-83,-4 20-119,-10 0 62,-8-12 134</inkml:trace>
  <inkml:trace contextRef="#ctx0" brushRef="#br0" timeOffset="2628.0791">6987 4592 845,'-2'7'8,"-1"-1"17,3-1 14,0 2 31,0-6 27,0 2 9,0 1 7,0 1-3,23-3-20,-23 1 1,0 2-9,31-3-5,-16 1-1,0 1-4,7 0 6,5 0-6,0-1 3,6-2-17,2 1-10,5-2-15,7 0-14,9 0-2,6 0 8,12 0-16,10 0 0,10-21-10,13 21-18,9 0 20,5-22-12,6 22-8,-2 0-44,-1-16-52,0 16-81,-1 0-91,-4 0-51,-8 0-113,-2 0 73,-8 0 104</inkml:trace>
  <inkml:trace contextRef="#ctx0" brushRef="#br0" timeOffset="2773.7475">10257 4584 1271,'23'0'-71,"-2"0"-35,-9 0-1,-5 9 3,-2-9 50,-3 0-12,-2 0-29,0 0-81,0 0-18,2 0 49</inkml:trace>
  <inkml:trace contextRef="#ctx0" brushRef="#br0" timeOffset="4121.0405">13497 4879 1148,'-12'0'11,"-4"0"32,-1 0 40,0 0 19,-4 0 8,5 0-11,-1 0-29,3 0-1,-1 0-1,4 0-9,2 0 1,2 0-13,3 20-13,1-20-7,2 0 10,0 0 1,1 0 12,0 0 6,0 0-5,0 0 7,0 0 4,0 0-6,0 0-1,0 0-4,0 0-17,0 0 1,0 0 0,24 0 3,-24 0 0,16 0 2,-16 0-13,26 0-13,-7 0 0,1 0-12,4 0 3,1 0 7,4 0-5,4 0 6,2 0-8,4-14 6,4 14-1,2 0-4,4 0 8,6-8-5,-2 8 0,1 0-2,9-5-1,-2 0-6,3 3 6,3 0 1,5-1 5,0 2 0,10 1 0,9-1 0,3 1-4,5 0-3,-1 0-4,4 0 8,-1 0-9,-1 21 3,-11-21 0,-3 0-8,-6 17 6,-5-17 4,-3 0 0,-5 0-3,-4 14-1,-5-14-4,2 0-4,-6 0 6,-8 0 0,-5 0 6,-4 0-4,-6 0-2,-4 0 2,-4 0 1,-2 0-4,-5-20 4,0 20-6,2 0-3,-3-15 3,-2 15 1,2 0 2,-1-12-5,2 12 6,0 0-10,0 0 6,0-8 3,2 8-12,0 0-7,3-5-17,-4 5-22,2 0-14,-1 0-2,-3 0-16,1 0-3,-2 0-3,-2 0-24,-1 0-22,-3 17-10,-2-17-26,0 0 2,0 0 2,-1 0-10,0 0-17,-1 0-19,0 0-33,4 0-1,-3 0 66</inkml:trace>
  <inkml:trace contextRef="#ctx0" brushRef="#br0" timeOffset="6021.5523">22348 4991 1537,'0'-7'-7,"0"1"21,0 1 34,0 0 23,0 0 12,0-1-6,0 2-34,0 0-28,32 3 4,-32 1-6,40 0-11,-10 0 13,8 0-8,7 0-7,6 0 5,5 27-4,9-27-2,8 0 0,7 24 0,6-24-10,3 16 1,-1-16 0,2 13 0,-7-13 12,-4 10-7,0-10-16,-5 6-27,-10-6-35,-4 5-22,-5-5-6,-1 0-8,-4 0-13,-6 0-28,-7 0-30,-5-25-17,-4 25-15,-5-21 17,-9 21 49</inkml:trace>
  <inkml:trace contextRef="#ctx0" brushRef="#br0" timeOffset="7029.5801">2689 6128 2094,'0'14'4,"0"-2"-6,0-4 19,0-3 34,0-1 30,0 1 30,20 2 4,-8-2-11,11 2-26,4 0-7,10-5-12,11 1-6,6-3-4,13 0-9,7 0-10,11-33-19,14 13-1,12-6-14,10-3-5,4-3-48,4 1-78,2-1-89,-6 3-94,-9 5-109,-12 5-61,-14 4-27,-13 2 98</inkml:trace>
  <inkml:trace contextRef="#ctx0" brushRef="#br0" timeOffset="13919.5944">6295 7413 2012,'-7'4'3,"-1"-1"17,2-1 14,1 0 11,1 1 7,2-2-16,2 2-9,-1-2 7,-1 4 22,2 2 31,0-2 15,0 3 18,0-1 17,28 4-5,-28-4 1,31 1 12,-7-1-16,7-1 13,7-2 3,3-4-32,10 0-25,5 0-21,10 0-21,4 0-3,8-32-9,3 32-20,4-26 3,1 26-16,4-32-5,3 18 6,4 1-8,0 0 2,4 1-8,4 1-33,0 2-35,6-1-48,-3-1-47,0 1-52,-3 1-55,-4-1-59,-2-3-73,-12 2-106,0-2-120,-6-2 108</inkml:trace>
  <inkml:trace contextRef="#ctx0" brushRef="#br0" timeOffset="14096.6667">9452 7140 2141,'0'0'0,"-31"0"1,31 0 1,-25 0-5,25-23 3,-25 23-6,25 0-1,-25 0 3,25 0-13,-13 0-37,13 0-55,0 0-86,-11 0-93,11 0-14,-9 20-78,3-20 46,3 0 103</inkml:trace>
  <inkml:trace contextRef="#ctx0" brushRef="#br0" timeOffset="17090.6309">18839 7467 1579,'5'1'20,"0"3"22,2-4 26,1 3 19,5 1-4,2-4-13,2 2-4,6 0-2,5 1 3,6 0 6,7 0-9,7 0-3,8-3-21,4 4-11,9-2-13,5 0-13,7 2-6,10-3-7,2 2 8,8 2-11,5 0-26,7-1-24,5 1-69,6-2-103,2 0-116,-1-3-183,1 0 59,-3 0 114</inkml:trace>
  <inkml:trace contextRef="#ctx0" brushRef="#br0" timeOffset="17267.6797">22322 7479 1756,'0'0'0,"0"0"-22,0 0 18,0 0-29,0-22-16,0 22 5,0 0-62,0 0-36,0 0-78,0 0-83,0 0-27,0 0 66</inkml:trace>
  <inkml:trace contextRef="#ctx0" brushRef="#br0" timeOffset="22011.9231">4525 8824 2472,'-4'4'-1,"1"-1"1,-2 0 5,3-2 23,-2-1 11,2 0 18,-1 0 4,2 0-15,1 0-15,-1 0-16,1 0-7,0 0-4,0 0 24,0 0 7,0 0 18,0 0 9,0 0-11,0 0 4,0 0-3,0 0-2,21 0 3,-21 16-7,17-16-10,-17 0-10,33 0-21,-10 0 0,7 0-4,8 0-6,9 0 17,5 0-22,12 0 1,5 0-15,11-20-13,5 20 4,9 0-32,5 0-31,7-17-56,2 17-65,2 0-67,-3 0-92,5 0-159,-4-11-36,-1 11 97</inkml:trace>
  <inkml:trace contextRef="#ctx0" brushRef="#br0" timeOffset="22565.6403">7402 8860 1992,'-6'0'36,"3"0"23,-1 0 18,3 9 22,0-9-26,-1 0 0,2 0-11,0 0-6,0 0 9,0 0-6,0 0 5,0 0-8,0 0-5,0 0 6,22 0-1,-22 0 7,21 0-11,-21 0-19,31 0-12,-7 17-13,3-17-7,8 0 6,7 0-8,5 0-6,11 0-6,8 0-12,11-20 11,11 20-6,11 0-24,14 0-38,8-14-52,12 14-56,8 0-59,8 0-107,6 0-146,9 0-61,0 0 92</inkml:trace>
  <inkml:trace contextRef="#ctx0" brushRef="#br0" timeOffset="27998.6128">1214 8869 2126,'5'0'-19,"-3"17"0,0-17 5,0 0 6,1 12 32,1-12 27,2 10 17,0-3 9,5 4-5,3-2-22,5 0-6,-2 6-10,6-3 7,2 1 24,4 1-13,-1 1 5,6-2-11,1 0-18,2 1 2,4 1-2,3-3 18,4-2-5,3-1 3,2 3-1,9-7 18,5-2-16,11-1 4,5-2-14,6 0-35,5 0 9,5 0-11,4-32 10,4 32-11,-7-28 4,2 10-7,-5 1-4,-2-2 6,-8-1-13,-7 1-4,-5-2-7,-5 0-1,-5-1 5,-6-3 7,-5-1 3,-4-1-1,-5-5 3,1 1 3,-3-7-2,-1-1 9,-2-2-2,-1-6-1,0 1 3,-1-4-3,-2 1 2,-1 3-1,-4 2 7,-1-1-9,-4 1 4,-2 4 8,-5 3-13,-3 3 8,-2 0-1,-4 0-1,-4 3 10,-2 2 3,-4 0 8,0 1-3,0 1 6,0-1-12,-39 2-2,39-1-1,-41 0-5,17-1 13,-5-2-11,0 2-6,-7-2-3,-1 1-7,-5 0 1,1-2 5,-5 1-4,-3 0 6,-1 4 1,-6 1 2,2 1 8,0 3-15,2 4 0,-1 5 2,-2 4-1,-1 4 2,2 4 6,1 0-2,-6 0-2,0 23 2,-3-23-7,-1 31 3,-1-11-2,-3 4 10,1 5 3,-5 2-6,1 3 0,-2 2-5,1 5-11,-2 2 13,3 2-6,2 3 3,6 3 11,5 4 7,4 3 4,4 6 3,4 1-4,7 6-22,7 2 3,4 8-9,3-2-8,4-1-6,9 1-10,4-3-11,6-3-16,1-7 4,0-5-16,35-8-6,-10-4-11,5-6-20,8-6-34,8-5-45,9-6-53,11-2-113,6-7-146,13-5 67</inkml:trace>
  <inkml:trace contextRef="#ctx0" brushRef="#br0" timeOffset="44606.8985">15608 10159 2469,'-20'0'21,"3"0"35,5 0 35,-1 0 26,0 0 2,3 0-29,4-20-29,-2 20-15,4 0-12,0 0 0,2 0-2,2 0-1,0 0 19,0 0 22,0 0 17,24 0 18,-24 25-10,28-25-13,-8 17 5,6-17-12,5 16-13,10-16 1,8 15-16,11-15-16,12 10-10,10-10-14,18 0-5,13 0 1,16 0 10,21 5-5,16-1 1,18 1-29,18 3-75,9 4-130,5 2-160,0 1-143,2 1-236,-9-1-54,-14-1 156</inkml:trace>
  <inkml:trace contextRef="#ctx0" brushRef="#br0" timeOffset="44789.2512">19356 10343 1807,'-15'0'-4,"15"3"-12,-13-2-2,13 0-12,-5 0-16,5 1-35,-5-2-72,1 1-102,-1-1-148,-3 0 48</inkml:trace>
  <inkml:trace contextRef="#ctx0" brushRef="#br0" timeOffset="60955.4452">19519 10258 1018,'0'0'45,"0"0"17,0 0-9,18 0-3,-18 0-46,0 0-16,0 0-17,0 0 1,0 0-16,0 0-9,0 0 1,0 0-56,0 0-46,0 0-78,0 0 4,0 0 61</inkml:trace>
  <inkml:trace contextRef="#ctx0" brushRef="#br0" timeOffset="61146.6112">19601 10241 2126,'0'0'37,"0"0"11,-14 0 3,14 0 19,0 0-22,0 0 3,-12 0 6,12 0-5,0 0-13,0 0-9,0 0-5,0 0-16,0 0-1,0 0-2,0 0-1,0 0 1,0 0 2,0 0-6,0 0-5,26 0-28,-26 0-60,36 0-66,-9 0-95,3 0-133,6 0-196,5 0 69</inkml:trace>
  <inkml:trace contextRef="#ctx0" brushRef="#br0" timeOffset="64365.6875">9681 11464 1893,'0'0'0,"0"0"4,0 0 3,0 0 12,0 0 40,0 0 3,23 0 13,-23 0-10,27 0-8,-11 0 8,5 0-2,3 0 8,1 0-20,4 0 0,4 0 0,-1 0 1,6-13-6,-1 13-9,3 0-5,3-9-13,4 9 1,-3-6 11,4 6 30,4-2 13,5 2-3,3 0-19,4 0-37,3 0-11,1 0-3,8 0 3,2 0-2,2 20 0,2-20-4,3 0 10,2 14-3,1-14 5,4 0 7,-1 17-6,6-17 4,-2 9-1,2-9 2,-1 0-13,1 10 5,1-10-4,-3 5-11,-1-5 12,-1 2-2,0-1-1,-2 1 8,-3-2-2,-2 0-4,-1 0-3,0 0-6,-2 0 0,2 0-2,0 0 6,-2 0 3,4 0-3,0-22 1,0 22-1,3 0 0,-1-15 3,0 15-2,1 0-4,-1-13 2,0 13-1,0 0 1,-1-10 2,-1 10-2,1 0-1,-2 0 2,-1 0-5,4 0 0,-3 0 3,0 0-2,-1 0 5,-1 0 0,0 0 1,-4 0-1,4 17 1,-8-17-3,-1 0-3,-5 0-1,-1 0-3,-6 9 1,-1-9-5,-5 0-7,-5 0-6,-2 0-7,-1 0-3,-2 0 0,-5 0 2,-2 0-9,-1 0-12,-3-22-16,-5 22-14,-2 0-25,0-16-26,-3 16-40,-6 0-52,0-19-70,-1 19-116,-4-13-76,2 4 72</inkml:trace>
  <inkml:trace contextRef="#ctx0" brushRef="#br0" timeOffset="70703.7598">4447 13017 1851,'0'0'3,"17"0"-3,-17 0 16,0 0-6,0 0 22,0 0 22,0 0 8,0 0 26,0 0-27,0 0 12,0 0-9,0 0-2,0 0 15,0 0-13,0 17 14,22-17-9,-22 0-8,0 0 2,26 12-15,-11-12 14,2 0 8,2 0-4,5 0 0,8 0-6,4 0-4,7 0-6,8 0-8,6 0-7,8 0-6,12-24-5,5 24-6,8 0-10,7-22-1,5 22-4,4-17 1,6 17 5,3-17-17,8 17-24,4-16-34,7 8-14,8 0 4,9-1-24,8 1-31,12-1-67,6-1-70,8 2-43,6 2-43,7 1-24,-1-3-126,-1 1 89,-11 2 103</inkml:trace>
  <inkml:trace contextRef="#ctx0" brushRef="#br0" timeOffset="72258.7073">10859 12593 1006,'33'0'7,"-10"3"-7,2 2-20,8-1-43,3-2-89,6-1-99,4-1 19</inkml:trace>
  <inkml:trace contextRef="#ctx0" brushRef="#br0" timeOffset="75787.3372">16911 11991 2419,'1'-10'45,"0"0"58,-1 3 42,3-4 27,1 1 5,0-3-34,0 1-28,4 2-14,2 0-30,2 4-22,6 0 8,-1 2-7,6 4-3,2 0 5,4 0-8,-2 23-1,4-23-7,2 32 5,-3-9-9,0 6-11,-1 4 0,-2 0-14,-4 6-6,1 3 11,-6 2-6,-5-1 3,1-2 0,-6-4-1,-2-4-2,-6-1 4,0-6 8,0-2 9,0-5 4,0-4 6,-35-2 13,35-4-5,-24-2 4,24-5-15,-28-2-14,28 0-7,-31 0-10,17-28 8,0 28-10,2-39-2,3 12-12,9-4-3,-9-5-14,9-3-13,0-2-6,33-4-29,-9 3-5,8-3-10,7 3-20,3 3 2,5 8-4,3 1 1,1 10 25,2 4 14,-2 4 25,-2 12 25,-5 0 6,-2 0 13,-7 0-15,-5 34-8,-5-34-8,-6 44-6,-6-17 9,-7 1 4,-3 0 15,-3 3 3,0 0 13,0-5-1,0-4-1,0 0 4,-23-8-8,23-1 3,0-4 3,0-4-8,0-5 5,26 4-3,-26-4 1,34 0 5,-12 0-2,2 0-6,1-33 7,-2 33 2,-6-34-6,-3 11 14,2-4-2,-6-2 1,-10-3 13,13 1 18,-13 6 0,0 0 15,0 4-3,0 2-12,0 5-6,0 1-7,0 6-4,0 2-10,-29 3-3,29-1 6,-26 3 12,26 0 18,-35 0 16,13 27 4,-4-27-4,0 39-17,2-13-6,3 0-9,1 6-10,0-1 6,3 6-5,1-2-7,7-3-4,2 2-6,4-2-4,3-3 6,0 0 6,0-1-6,34-6 0,-9-2-2,4-2-6,5-4 8,0-7-5,9-3 1,4-4 5,3 0-13,0 0 2,5-34 0,0 13-4,-5-4 5,6-1 2,-8-6-1,-7-1 0,-5-1-2,-4-1 5,-10 3 4,-6-2 7,-6 2 14,-7 0-1,-3 6-3,0 2-1,-28 5-5,28 3 2,-44 1 1,17 10 6,-3 1 0,-1 4-7,1 0 6,1 0-4,3 28-8,4-28 4,5 31-8,4-9 0,13 1-3,0 0 6,0 3-5,0-1-9,32 1 4,-8 3 4,4 0-5,7-5-2,3 0 0,-2 1-6,0-2 10,-1 0 4,2-4 7,-1 2-6,-3-3 1,-2-1-2,-2-1-9,-4-1 4,-2 0-2,-6-5 2,-7 2 4,-3-3-1,-7 0 3,0-1 1,0 2-2,-41-1 1,17-1-12,-6 1 6,-2-1 1,-5-1-4,-1 0-13,-3-2-35,4-3-45,0-2-64,4 0-37,4 0-43,4 0-28,5 0-18,9-29-26,4 29-28,7-37-53,0 12-102,0-7-60,44-5 105</inkml:trace>
  <inkml:trace contextRef="#ctx0" brushRef="#br0" timeOffset="75961.8687">19044 11782 3038,'23'-22'58,"-3"4"77,-9 2 53,-2 3 52,-5 4-62,-3 1-74,-1 5-42,0 3-29,0 0 23,0 0 3,0 29-4,0-29-18,0 47-17,-30-14 1,30 4-11,-20 6-6,20 5 7,-23 2-8,23 7-8,-20 0-36,20-1-68,-14 2-65,14-2-55,-12-5-41,12-2-31,-5-4-64,5-8-129,-4-3-207,4-10 29,0-7 129</inkml:trace>
  <inkml:trace contextRef="#ctx0" brushRef="#br0" timeOffset="76134.6963">19283 12211 3442,'0'-19'-3,"0"2"24,0 2 8,0-1-3,0-2 0,0 6-24,26 6-13,-26 3-4,45 2-53,-18 1-63,4 0-50,-2 0-58,1 0-4,-1 0-18,-4 0-42,-4 0-86,2 19-134,-2-19 32,-5 0 97</inkml:trace>
  <inkml:trace contextRef="#ctx0" brushRef="#br0" timeOffset="76707.6841">19821 12364 2646,'3'5'40,"-2"-5"18,-1 0 27,0 0 45,2 0-24,2-22-1,-1 22-10,3-24-46,0 24 0,1-32-9,1 12-8,2-1 6,0-3-7,0 1 9,-1-4 17,-1 1 13,0-1 14,-3 4-11,0-3-13,-4 3 6,-1 4-17,0 2-9,0 4-15,0 4-16,-29 4-9,29 1 7,-33 4 22,10 0 3,-3 0 12,-4 30 7,1-30-20,-3 36-12,-1-14-6,6 3 0,-2 4-3,3 0 4,6 2-4,2-1-11,3-2-2,4-1-1,3-2-5,5-5 1,1-2 6,2-5-9,0-4 13,0-4-11,36-5-15,-36 0 2,43 0-11,-15-29 11,2 29 11,7-41 9,-3 18 4,2 0-4,3 3 6,2 0-12,0 4 4,-1 3 5,1 13-6,-4-13 10,-4 13 1,-3 0-10,-4 0 7,-7 0-15,-6 24 8,-4-24 6,-3 29-6,-4-29 18,-2 31-9,0-12-4,0-2 5,0-3-4,0-14-1,0 21 22,-25-21 22,25 9 15,0-9 3,0 0-19,0 0-26,0 0-14,0-30-7,0 30-1,25-36-5,-25 13 7,29 1 5,-29-1 0,39 2 6,-22 2-11,3 0-3,-2 3 8,-1 3-7,-1 13 3,-2-11-5,-1 11 1,-1 0 3,-1 0 3,7 0 6,0 40-9,4-19-7,2 5-36,2 1-25,3 0-10,-2 4-12,2-1 14,-4-6-2,2-2-7,-3-1 12,-2-5-3,2-3 9,-4-4 9,-2-2 11,6-7 21,-4 0-9,1 0 10,2 0-28,2-23-25,-1 23-8,6-35-31,2 10-38,-2-4-48,3-7-52,2-6-71,1-9-89,1-4-140,3-6 46,2-2 106</inkml:trace>
  <inkml:trace contextRef="#ctx0" brushRef="#br0" timeOffset="76910.177">21412 11472 2747,'0'-46'53,"0"0"56,-32 4 69,32 0 50,-47 1-11,23 4-19,-1 6-52,2 7-44,0 5-46,3 7-30,3 6-13,2 6-7,0 0 6,-3 25-4,4-3 6,-2 7 1,-1 9 2,3 6 3,-1 7-9,0 6-6,4 2 1,3 7 3,0 2-1,4 4 11,4 2-20,0 2-51,0 1-33,0-3-54,0 0-38,34-5-5,-34-7-9,21-9 8,-21-7 30,17-11 15,-17-9-6,18-8-34,-18-8-58,18-10-41,-8 0-71,6 0-90,1-29-43,1 7 73</inkml:trace>
  <inkml:trace contextRef="#ctx0" brushRef="#br0" timeOffset="77969.9173">19399 13038 2230,'9'-12'24,"-2"0"34,-1 0 69,-1 0 53,5-1 19,0 0 7,-1 0-13,2 1 0,-1 2-4,2 0-7,2 2-36,-1 2-34,-2-1-38,0 5-19,-2 0-19,5 2-12,-5 0 5,0 0-6,0 0 1,-4 31-4,0-31-4,0 36-3,-3-10-8,-1 2-3,-1 3 1,0 4 1,0 5-15,0 3-27,0 2-55,-27 0-40,27 1-37,0-3-28,-22 3-3,22-5-28,0-5-15,0-6-34,0-4-66,0-6-114,0-8-183,34-4 65,-34-8 120</inkml:trace>
  <inkml:trace contextRef="#ctx0" brushRef="#br0" timeOffset="78383.6221">20039 13215 3055,'9'-19'57,"-5"-1"76,-4 1 33,0 5 21,0 1-10,0 1-43,-31 5-25,31 0 4,-27 1-47,27 4-3,-38 2-14,17 0-20,-3 0 7,1 22-37,-4-22 1,0 0 4,-1 29-12,-1-12 10,2-2 8,2 0-15,-1 5-1,3-4-5,2-2 0,2 2-9,6-1 2,2-15-11,1 8-14,5-8 10,3 0-19,2 0-12,0 0-2,0 0 3,31 0 21,-31 0 25,43 0 11,-18-17-6,3 17-4,4 0-8,0 0 9,1 0 10,-1 0 5,3 31 3,-3-31-4,1 31-6,0-13 11,-2 5-1,-3-1-12,2 3-8,-5-3-17,-1-3-5,-3 0-3,1-2 2,-5-5 16,0-2 1,-3-3 11,1-2 3,-1-5-2,-2 0 11,1 0 4,0 0 4,0 0-11,0-26-4,0 26-2,1-29 0,-2 29 13,-1-28-2,1 11 7,-3 17 15,-2-23-8,2 10 9,-4 13 3,0-7-19,-1 7 0,3 0-5,-1 0-11,-2 0 13,6 0-9,-5 20 11,4-20-33,2 17-61,2-17-43,-6 27-68,2-13-41,0 3-27,-2-17-26,1 17-61,-3-17-139,2 11-81,0-11 75</inkml:trace>
  <inkml:trace contextRef="#ctx0" brushRef="#br0" timeOffset="78518.7104">20605 12914 2554,'0'-30'25,"-18"2"35,18 4-12,-23 5 13,23 0-39,-16 5-31,16 5 0,-17 5-51,17 0-19,0 4-71,0 0-117,0 0-138,0 24-201,0-24 66</inkml:trace>
  <inkml:trace contextRef="#ctx0" brushRef="#br0" timeOffset="78769.5699">20957 12808 3433,'0'-19'32,"-23"2"31,23 0 52,-19 2 41,19-1-16,0 3-19,-14 5-46,14 2-34,0 6-16,0 0-6,0 0-6,0 29-14,0-29 9,0 43-7,0-14 2,0 5 5,0 5-9,0 1 6,0 5-3,0 3-3,0-4-33,-29 4-41,29 1-33,-21 0-49,21-4 4,-25-1-9,11-3-15,14-7 7,-19 1-13,19-7-29,-13-8-13,13-5-69,-5-5-126,5-5-190,0-5 56,26 0 111</inkml:trace>
  <inkml:trace contextRef="#ctx0" brushRef="#br0" timeOffset="78993.9481">21153 12663 3318,'0'-18'50,"-29"2"-6,29 1 8,-28 3 14,28 1-14,0 4 48,-20 4 29,20 3 13,0 0-29,-15 33-32,15-10-34,0 4-30,0 6-4,0 4-2,-5 5-8,5 3 6,0 8-7,0 2 2,0-1-9,0 6-45,-5-4-55,3 4-69,0-1-52,0-1-15,-6-6 9,5-4 21,-4-3 14,0-9 10,0-3-33,3-9-78,-3-5-80,5-9-185,2-3 58,0-7 120</inkml:trace>
  <inkml:trace contextRef="#ctx0" brushRef="#br0" timeOffset="79716.4871">22075 12881 1638,'0'0'9,"0"0"17,0 0 27,-19 0 38,19 0 25,0 0 15,0 0 18,0 0-6,0 0 5,0 0-7,0 0 2,0-15-1,0 15-23,0 0 0,0 0-32,0 0-23,0 0-12,0 0-26,0 0-7,0 0-6,0 0 6,0 0 16,0 28 1,0-28-2,0 31-15,0-11-4,0 4-13,0 7 2,0-1 3,0 2-2,0 0 3,0 4-4,0 5 5,0-4-41,0 3-38,-20-3-39,20 0-48,0-1-25,0-1-21,0-7-47,0-6-55,0-3-89,0-7-188,0-5 37,24-5 100</inkml:trace>
  <inkml:trace contextRef="#ctx0" brushRef="#br0" timeOffset="79961.9258">21863 13164 2915,'-12'0'67,"0"0"28,5-2 26,-1 2 10,6 0-50,2-5-25,0 3-26,0 2-10,31 0-17,-31 0-6,48 0 0,-18 0-22,7 0-34,1 0-32,8 0-28,0 0-11,2 0-7,0 0 8,3 0-15,-1 0-16,3 0-19,1 0-50,0 0-69,-4 0-72,0-30-87,-7 11 31,-2-3 108</inkml:trace>
  <inkml:trace contextRef="#ctx0" brushRef="#br0" timeOffset="80494.6031">22769 12901 2252,'0'-20'19,"0"1"56,0 4 92,0-2 31,0 3 20,-29-1-17,29 3-57,0 3-19,-29 2-6,29 6-28,-19 0-24,19 1 20,-18 0-21,18 0 3,-16 33 10,3-33-21,6 41-3,-2-15-19,1 4-17,0 3-7,2 2-8,-2 4 6,5-1 2,1-2-7,-1 3 2,1-1-3,0 0-3,-1-3 4,3-6-5,0-3 2,0-2-2,0-5 2,0-6 0,0-2 6,0-10-3,0-1-6,0 0 5,24 0-4,-24-27-3,24 27 6,-24-41-12,27 15 5,-12 2 7,0-1-6,-1 3 8,0-1-11,-3 6 1,-1 2 6,0 15 0,-3-17 5,0 17-2,0-12-8,-3 12-1,-2 0-5,1 0 7,-2 0-2,2 0 8,2 33 2,-3-33-11,4 36-2,2-14 13,0 1-5,-1-1 3,5 4 1,1-1-14,2-3-9,6 2-14,4-3-8,4-4-4,0-3 2,5-1 20,3-8 7,0-5-10,4 0 6,-1 0-11,-3-31 2,2 8 6,-5-2 6,-5-8 1,-2 1 6,-3-3 2,-10-1 1,-3 4 1,-4-1 8,-7 5 0,0-1 7,0 5 5,0 4-2,-40 3-1,40 3-1,-39 2 17,15 7-4,-1 3 12,0 2-2,-1 0-11,3 0 7,-2 22-13,5-22-2,0 28 0,2-10-13,4 3 15,0-2 7,6 6-7,3 2 3,1-3-8,4 4 0,0 2-9,0-3 9,24-2-7,-24 3-8,37 0 12,-15-1-10,5-4 4,1 0-27,2-3-48,6-6-29,-2 3-54,2-3-32,-2-5-40,-3-5-32,-1 1-41,-1-3-33,-5-2-33,-3 0-116,-5 0-103,-6 0 93</inkml:trace>
  <inkml:trace contextRef="#ctx0" brushRef="#br0" timeOffset="81306.7025">22388 13833 2038,'0'0'33,"-21"0"32,21 0 45,-19 0 39,19 0 4,-20 0 14,4 0-5,1 0-4,-2 0-1,0 0-32,-1 0-15,0 0-17,-4 0-18,1 0 2,4 0-7,3 0-14,-2 22-13,2-22 3,3 17 0,3-17 2,0 16 3,4-16-11,2 18-5,2-18-9,0 17-17,0-17 6,0 10-11,0-2 7,27-3 9,-27 7-17,33-5-11,-33 3-4,36 1 9,-15 2 9,4-2 9,-3 2 8,-4 0-6,-2 1-4,-5 2 10,-4-2-5,2 0-16,-9 4 11,5-1-6,-5 1-4,0-3 18,0-2-19,0-1 6,0-2 6,-30 0-15,30-1 23,-20-5-20,20 0-11,-25-3 5,10 1-1,-2 0 8,0-2 2,-4 0-10,8 0-28,-3 0-13,1-29-14,1 29-13,-1 0-10,1-30-18,3 30-22,0-19-17,3 19-23,-3-17-32,7 17-40,2-14-47,2 14-40,0-13-74,0 5-147,25 2-43,-25-3 91</inkml:trace>
  <inkml:trace contextRef="#ctx0" brushRef="#br0" timeOffset="81425.7407">22589 13851 814,'0'-4'1,"-25"3"-40,25-2-91,0 2-73,0-2-2</inkml:trace>
  <inkml:trace contextRef="#ctx0" brushRef="#br0" timeOffset="82631.5317">22312 13762 2379,'-17'-10'25,"2"5"43,0-3 75,1 2 37,3 0-14,3 0-22,-1 1-38,1 5-15,4 0 6,-2-2 31,3 2-4,-2 0 14,2 25 2,-4-25-27,2 36-21,-2-15-11,1 5-19,-1 4-10,0 1-5,2 1-2,-1-1-13,-1 5 4,1 0-17,1 0-12,2 1-3,-3 1-2,1-2 5,-3-1-14,-2-4 17,1 1-23,1-4 6,-4-1-5,3-5-32,-4 0-17,4-5-23,4 3-17,-1-4-38,1-6-32,1 2-44,2-3-33,-4-4 7,6-5 8,0 1 13,0-1-5,0 0 40,0-27 6,0 27 17,0-29 44,0 8 28,0 3 57,20-11 27,-20 5 7,0 0 20,0-2 16,17-1 33,-17 0 61,11 2 14,-11 2 8,11 10-5,-4-4-4,2 3-11,-4 2 20,1 1 14,4 2 8,0 5 11,1-6-15,1 2 7,-1 1-23,0 3-13,5-3-15,3 3-28,0-1-12,-1 3-16,2 2-16,3-2-8,4 1-14,-4 1 2,-1 0 3,0 0-12,3 0 6,2 29-20,-4-29 7,-1 28-3,-2-11-6,1 2 9,-7 0-21,1 1 10,-7 4-8,-3-2-3,-5 0 5,0-3 0,0 2-2,0-5-4,0 2-7,-28-1 8,28-4-2,0-3 1,-24-2 10,24-2-8,0-4 9,-18 1 1,18-3-8,0 0-1,-16 0-1,16-25 1,0 25 5,-6-26-8,6 8 4,0-5 0,0 1-7,0-2 8,0 0-13,0 0 12,31-1-10,-31 3 18,33 4-10,-9 0-23,-2 3 11,5 3-20,1 3 5,-2 0-12,5 7 2,1-2-6,-2 4 17,1 0 19,-3 0 9,0 24-2,1-24 3,-5 21 0,1-21 0,-4 27-2,-2-27-16,0 27-7,-4-13-13,-3-2 20,1-2 11,-1 3 0,1-3 3,-2-3-17,-1-7-12,1 9 13,0-9-6,2 0 1,-4 0 7,3 0 0,-3 0 4,-1-34 5,-1 34 14,2-36-17,-5 14 16,1-1 2,-3 1-9,-2 1 20,0 4-5,0 1 3,0 2 6,0 6-16,0-1-4,-31 9-4,31-6 12,-21 6 1,21 0-3,-26 0 3,12 0-12,-4 0 5,3 27 10,-1-27-14,-1 25 0,6-8 2,-2-1-6,4 1 7,-2 1 0,4-4 4,3 0-8,-1-2 4,5-1-10,0-1-4,0-2 1,0-3-3,0 3 17,32-7-21,-32 2-4,32-3 0,-10 0-16,0 0 30,7 0-14,0 0 19,3-25 20,4 25-25,-9 0 24,7-20-29,-10 20-6,-2-14 11,4 14-5,-12-13 14,-3 13 1,-2 0 1,-1 0-6,-1-10-1,-2 10 3,-1 0-4,1 0 17,1 0-14,1 0 0,-2 21 3,3-21-8,-3 0 14,1 22-24,-2-22-7,2 0 2,-3 17-15,5-17 14,-1 0 9,-3 13-16,5-13 5,4 0-15,4 0 1,0 0 20,4 0 6,-6 0 13,6 0 4,2-24-6,-4 24-2,-1 0 0,-3 0-3,0-20 4,-2 20 2,1 0-6,-3 0 4,-5 0-5,4 0 11,-3 0 28,1 0 6,-1 28 7,-2-28-13,-3 23-19,4-23-3,3 32-12,-4-16 5,2 1 1,-3-3-13,0 0 3,-1-1 5,2 4-10,-5-4 23,2-1-5,-2-4 2,0 1-9,0-2-12,0-2 7,0-3-2,0-2 10,0 0-3,0 0 3,0 0 10,-20 0-24,20 0-12,0 0-8,-17 0-33,17 0-7,-12-19-23,12 19-24,-12 0-16,12-17-20,0 17-14,0-24-9,0 11-18,0 2-35,0-4-7,31-1-72,-31-4-88,42-4-106,-16-1 19,5-4 110</inkml:trace>
  <inkml:trace contextRef="#ctx0" brushRef="#br0" timeOffset="82838.6822">24247 13809 2752,'25'-23'94,"-5"1"82,-7 3 44,-6 2 59,1-2-45,-6 3-49,-2 5-20,0 0-48,0 4-50,0 1-29,0 6-12,-30 0-5,30 0 10,-23 0 1,23 33-1,-32-33-13,13 43-6,-5-15 4,8 4-4,-5 4 1,3 2 0,-1 3-13,2 0 0,4 0-11,0 0-23,0-1-28,3 3-37,6-3-14,-1-3-6,2 0-7,1-3-4,2-6-27,0-1-34,0-1 1,0-13-24,0 0-20,0-4-12,22-8-80,-22 3-59,0-4-116,23 0-46,-23 0 115</inkml:trace>
  <inkml:trace contextRef="#ctx0" brushRef="#br0" timeOffset="82986.0064">24171 14195 2545,'6'-7'43,"-1"4"46,2 2 51,4 0 36,3 1-22,2-3-43,5 3-13,5 0-17,0 0-38,0 0 1,4 0-32,3 0-20,-1 22 8,0-22-7,3 0-57,0 22-69,6-22-81,-2 15-106,-3-15-100,-4 11-188,0-11-54,-2 0 110</inkml:trace>
  <inkml:trace contextRef="#ctx0" brushRef="#br0" timeOffset="84391.8527">1223 17060 2364,'0'0'-2,"0"0"-1,0 0 0,0 0-12,0 0 25,0 0 24,0 0 20,0 0 20,0 0-26,30 0-18,-30 0-25,44 0-12,-11-29 9,8 29 1,4-39-10,9 10 18,5-3-34,6-1-35,6-4-43,-2-1-76,2 2-61,1 1-86,-1 2-126,-4 6-26,-6-1 86</inkml:trace>
  <inkml:trace contextRef="#ctx0" brushRef="#br0" timeOffset="84776.225">1960 17041 2356,'-8'9'-3,"3"1"1,0-5 16,5 3 26,0-2 42,0 2 11,0-1 10,30 2-4,-30-1-21,38-6-17,-12 0-23,7-2-9,5 0-28,10 0 12,11-28-5,7 28-14,13-51 11,11 17-4,10-7 0,11-5-23,8-5-41,12-5-56,11 3-90,11 0-128,5-1-183,8 4-115,-1 0 90</inkml:trace>
  <inkml:trace contextRef="#ctx0" brushRef="#br0" timeOffset="98178.4188">2212 4959 2583,'-13'7'0,"0"-2"-2,4-1-6,1-4-4,3 0 5,0 0 0,5 0 9,0 0 25,0 0 36,0 0 14,40 0 3,-10 0-18,10 0-32,12-25-2,15 25 4,15-34 4,14 12 3,15-5-6,10-2-6,10-2-1,11 2-8,9 2-6,9 2-6,-1 6-18,-5 3-47,-4 1-60,-11 6-52,-15 1-53,-17 2-38,-20-2-72,-22 0-77,-15-4-138,-15 0 82</inkml:trace>
  <inkml:trace contextRef="#ctx0" brushRef="#br0" timeOffset="120837.7084">7084 7439 3030,'0'0'2,"0"0"17,-23 0 11,23 0 11,0 0 33,-16-17 21,16 17 16,-9 0 8,9 0-29,0 0-37,0 0-14,0 0-14,0 0 1,0 19 6,0-19-7,25 20 2,-25-20-6,33 25-8,-10-25-1,5 24-4,5-24-10,7 15 5,11-15-3,6 0-9,10 0-11,10 0-39,8 0-34,7-36-16,6 36-6,4-40-10,-1 19-30,1-1-51,-7 4-42,-4 2-49,-7 2-70,-8 3-101,-11 11-117,-7-15 93</inkml:trace>
  <inkml:trace contextRef="#ctx0" brushRef="#br0" timeOffset="121440.2027">4703 8815 1353,'-52'0'24,"6"0"-15,6 0-9,3 0 4,5 0-24,0 0 24,4 0-4,2 0-9,3 0 13,1 0-12,7 0 12,1 0-8,1 0-17,5 0 12,0 20-28,3-20 0,0 0-11,0 0-31,-2 21 9,-1-21-25,3 13-49,0-13-47,-3 15-42,2-15 35,-1 12 64</inkml:trace>
  <inkml:trace contextRef="#ctx0" brushRef="#br0" timeOffset="121641.5152">4188 8976 2013,'0'2'18,"0"4"12,19 0 20,-19-3 19,0-2 16,16-1 11,-16 0-12,0 0-12,14 1-22,-4 1-17,2-2-7,2 1-2,6-1-14,4 0-7,6 0 2,5 0-4,8 0-11,2 0-43,6 0-51,6 0-107,7 0-102,3-17-119,3 17-133,3 0 106</inkml:trace>
  <inkml:trace contextRef="#ctx0" brushRef="#br0" timeOffset="122528.0344">3205 11447 2613,'0'0'0,"-10"1"-4,10-1 3,-8 0 2,8 0 18,0 0 32,0 0 3,-2 0-6,2 3-9,0-3-27,0 0-4,0 3-2,0-2 3,0 3 4,0 1 13,35-1 5,-35 2-21,37 2 0,-6-3-2,10 0 1,9-3 5,10-2-10,8 0-48,10 0-53,8 0-74,6-30-103,5 30-123,-1-32-193,1 14 17,-4-3 108</inkml:trace>
  <inkml:trace contextRef="#ctx0" brushRef="#br0" timeOffset="124051.6542">2135 17181 3849,'4'-29'-5,"3"29"-12,0 0 6,6 0-9,7-29 11,5 29 12,7-18-1,7 18 8,10-21-7,11 6-2,7-5-8,12 1 12,7-4 6,12-4 12,11-1-2,12-2-11,10 3 1,18-2-13,7 0-23,12-2-65,11-1-90,11 0-122,5-1-125,9-6-235,5-2-130,-2-2 122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2-05-04T03:58:38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17100 2299 1476,'0'-11'36,"0"6"26,0-1 32,0 2 20,0-5-10,0 4-6,0 2-14,0-1-13,0-2-22,0 2-11,0 1-13,0-1 4,0 1-6,0 1-6,0 2-1,0-3-12,-25 3 4,25-1 11,0 1-3,-29 0 10,29 0 5,-31 0-8,9 0 7,2 0-3,-3 0 0,-4 21 5,0-21-10,-1 0-1,5 0-18,-1 20-3,1-20 0,3 13-2,5-3 13,3 0-15,4 2 4,1 1 7,5 2 2,-1 0 4,0 6 2,0-3-14,3-1 2,0 3 13,0 1-4,0 1 7,0-2 0,0 2-2,0-3 6,0 1 7,0-1 2,27 0 13,-27 0 9,21-1 1,-21-2-3,33 1-3,-15 0-14,4-3-2,0-1-9,1 1-14,-3-2 0,-1-1-7,-2-2 8,-4 1 2,-1-3 1,-7 0 2,1 2 5,-6-2 11,0 1 19,0 0 17,0 0-6,-42 2-12,16-2-22,-6 3-23,-2-2-3,-6 0-3,-3-2-2,-2 0-11,-2-3-40,4-2-58,1-2-64,3 0-75,2 0-76,6 0-132,7 0-169,6-35-2,6 35 114</inkml:trace>
  <inkml:trace contextRef="#ctx0" brushRef="#br0" timeOffset="1143.9977">6735 12683 3696,'0'0'15,"0"0"12,0 0 8,0 0-6,0-22 11,-22 22-12,22 0-1,0 0 5,0 0-31,0 0 12,0 0-6,0 0-1,31 0 2,-9 0-7,8 0-3,10 0-1,11 0-42,12 0-60,8-22-74,13-6-89,10-7-69,10-6-121,3-5-268,0-2 7,-3-1 114</inkml:trace>
  <inkml:trace contextRef="#ctx0" brushRef="#br0" timeOffset="267624.3831">7517 5136 2302,'0'-12'20,"0"0"-2,0-1 16,-25 2 11,25-2 1,0 1 17,0 2 2,0 1 1,-13-1-20,13 1-17,0 1-12,0 2-15,0-2-2,0 3 5,0-2-10,0 4 3,21-1-3,-21 1 6,0 2-3,0 0-1,19 0 5,-19 1-13,0 0 6,16 0 7,-16 0-6,12 0-2,-6 0 9,0 22-6,4-22-4,-6 0 13,1 17-10,-3-17 7,2 17 14,-1-17-12,-1 17 5,3-17-6,-5 17-10,0-10 4,3 1-4,-3-3 11,0 0 0,0 1 1,0-1 9,0 0-10,0-2 4,0 2-3,0-1 4,0-1 7,-22 0 7,22 1 8,0-3 1,-16 0 3,16-1-8,0 0-9,-15 0-3,15 0-2,-11 0-4,6 0 13,0 0-10,1-22-1,0 22 1,-2 0 3,4-15 2,-1 15 0,1-12 1,2 12-16,-2-13 6,2 13-1,0-12-14,0 6 9,0-1-12,0 2 1,0 1 7,0 1-2,20-2-1,-20 4 1,0-1-7,0 2 9,22 0-3,-22 0-5,17 0 15,-6 0-13,-1 30 14,4-30-2,-1 28-2,2-8 3,-3 2-7,2 1 1,-2 0 0,0 1 3,0 0-3,-3 3 5,-2-3 3,1 1-8,-3-1 6,-3 0-4,0 0 1,-2 0 4,0-4-6,0 1 6,-29 0-4,29 0 3,-34 0 3,10-1 4,-1 0 6,-7-2-2,-3 2 6,-5 2 2,0-1-10,-3-1 5,-3 1-8,2-1-6,0-2 5,4 1-8,5-3 4,3-4-3,2-2-1,7 0 17,5-3 14,6-5 12,3-2 1,4 0-16,4 0-21,1-25-9,0 25-3,0-33 1,31 11-5,-31-3-1,37 0 5,-14 0 0,1 4-2,3 3-4,-4 3 2,4 4 1,-3 11 1,-1-12 4,1 12-4,1 0-1,2 0 5,0 0 0,1 34-2,1-34 6,0 36-14,1-17-39,-1 1-38,-3-3-63,3 1-36,0 0-24,1-6-20,3-12 28,6 15 20,1-15 8,10 0-16,8 0-40,6 0-34,3-29-54,7 29-43,4-37 60,-4 13 64</inkml:trace>
  <inkml:trace contextRef="#ctx0" brushRef="#br0" timeOffset="268432.1841">8664 5359 2914,'0'-13'21,"0"1"24,0 6 19,0-2 26,0 1-10,-30 5-20,30 2-10,0 0-15,-27 0-9,27 0 1,0 27-5,0-27-14,-13 26 5,13-26-1,0 29-4,0-29 8,0 26 1,30-26 3,-30 17 10,0-17 6,29 0 17,-29 0-2,21 0-2,-21 0-14,19 0-20,-19-37-8,22 17-6,-10-2-2,0-1-1,0 0 6,-1 0 1,-2 5-10,0 2 1,2 5-2,-2 11-3,5-13 7,1 13-4,1 0-2,2 0 5,7 0 3,-2 23 2,4-23 1,-2 25 4,0-25-7,1 29 3,3-29 3,-2 27-5,-1-27 6,0 15 3,1-15 12,0 0 11,0 0 5,0 0-4,1 0-9,2-29-15,4 29 2,0-34-5,2 15-3,-5 0 1,3-1-14,-5 2 3,-2 2 4,2 0-3,-6 3 2,-3 0 8,0 5-15,1 0 5,-4 8 5,1-8-7,-1 8 3,2 0-1,2 0-1,2 0-6,2 0-1,0 0-2,3 0-6,1 0-5,0 0 4,-2 0-1,-2 0 4,-5 0 4,0 0 7,-7-31-2,-1 31 4,-3-33 1,-3 13 0,-2-1 2,-3-2 9,-1 3 12,0 5-1,0-2 16,0 2-12,0 3-2,0 4-4,-28 2-19,28 6 10,-31 0-9,11 0 8,-2 0 2,-3 0-11,2 36 3,-1-36-3,2 41 6,-3-15 1,6 0-6,0 1 1,1 1 0,6 0 5,-2-2 5,8-4-6,-2 1-1,7-4-1,1 0 0,0-5 3,0-2-3,0-3 4,27-1 6,-27-3-3,27-2 1,-27-3-1,40 0-6,-14 0 0,-2-25 2,6 25-12,-2-29 2,2 29 4,-6-34-5,-1 18 12,0 1-3,-2 2-6,0 2-1,-2 11 1,-1-19 6,-3 19-2,0-8 4,-1 8-9,-6 0-1,-1 0 5,1 0-1,-4 0 7,2 32-3,-1-32-1,3 26-5,-2-26 7,4 32 1,0-17 3,1 3 0,3-2-10,1-3 9,1-1-2,2-4 0,0-1 14,0-7-7,-2 0 5,6 0-4,-1 0-12,4 0 0,-1-23-10,8 23-1,2-27 5,0 27 3,9-31-1,-5 31 6,3-28-4,-3 14-2,0 14-1,-4-19-3,0 19-8,-2-12-14,-6 12-7,3 0-23,-3-6-14,1 6-15,0 0-8,-1 0-7,-1 0-2,1 0 3,3 0 0,-4 0 4,5-2-5,1 0 0,-2-3-14,1-2-14,-2-3-24,0-1-34,-1-7-52,-5-6-37,-3-5-59,-5-7-81,-4-7 54,-2-6 77</inkml:trace>
  <inkml:trace contextRef="#ctx0" brushRef="#br0" timeOffset="268812.0174">11360 4495 2651,'0'-36'16,"-25"6"17,25 4 21,-21 4 37,21 3 12,-24 2 9,24 2-2,-26 3-35,12 7-29,3 3-29,2 2-18,0 0 2,2 0 11,2 28-1,-4-28 6,5 46-1,-2-14-8,0 4-1,1 7 7,0 2-1,1 5 0,2 6 10,-2 2-12,4 1 2,0 1-10,0-2-22,0-2-32,0-3-30,23-6-19,-23-7-9,23-9 15,-23-6 10,25-9 3,-25-6-11,35-8-9,-17-2 2,2 0 17,3-38 20,1 14 32,6-6 7,-2-4 3,2-2 26,-4 3 9,4-4 32,-6 6 34,0 4 34,-9 4 24,2 2 15,-7 7 7,-4 2-23,1 6-36,-6 6-35,-1-5-30,0 5-13,0 0 27,0 0 40,0 0 18,-25 21 13,25-21-30,-28 29-19,28-12-23,-37 4-5,17-1-5,-1 1-22,3 0-1,-1-2-5,5 1-3,0 0-5,4-3-2,10 3-6,-9 1 4,9-1 0,0-1 13,0 0-11,0-2 4,37-1-4,-37-3-47,49-3-44,-14-3-77,4-4-72,5-1-36,7-2-42,7 0-19,7 0-68,7-34-133,10 34-101,3-41 91</inkml:trace>
  <inkml:trace contextRef="#ctx0" brushRef="#br0" timeOffset="268987.8675">12914 4909 3804,'7'0'31,"-1"0"24,-4 0 31,-1 0 12,-1 0 6,0 0 8,0 0 7,0 0 1,0 0-32,0 0-40,0 0-38,0 0-19,0 0-13,0 0 8,0 0-17,0 0-16,0 0-36,0 0-39,0 0-48,0 0-53,0 0-28,0 0-44,0 0-19,0 0-23,0 0-33,0 0-133,0 0-147,0 0 96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2-05-04T04:06:31.8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9812 3266 2192,'0'0'3,"0"0"15,-31 0 26,31 0 23,0 12 38,-30-12 23,30 0 8,-20 10-2,20-10-15,-15 8-29,15-8-30,0 7-27,-12-5-18,12 2 8,0-3 24,0 6 32,0-1 19,0 4-3,27 0-20,-27-1-24,34 3-20,-10 1-10,6-1-4,5-5 4,10 3 1,11-4-9,12-2 12,11-4-5,14 0-8,13 0 4,14 0-16,15-25 2,10 25-6,9-24-26,12 24-43,7-28-57,8 28-31,6-25-32,5 25-33,0-23-41,-2 12-98,2-1-109,-6 3-137,-6-4 55,-9 1 132</inkml:trace>
  <inkml:trace contextRef="#ctx0" brushRef="#br0" timeOffset="194.7711">15228 3052 2775,'15'0'7,"-12"0"25,-3 0 17,0 0 9,0 0-5,0-22-13,0 22-13,0 0-6,0 0-3,0 0-17,0 0-27,0 0-24,0 0-36,0 0-29,0 0-20,0 0-21,0 0-17,0 0-46,0 0-65,0 0-60,0 0-62,0 0-26,0 0 106</inkml:trace>
  <inkml:trace contextRef="#ctx0" brushRef="#br0" timeOffset="2424.9038">3287 5298 1369,'0'0'26,"0"0"-8,0 0 8,0 2-3,0 0-23,0-1 22,0-1 14,0 1 17,0 2 8,0 0 5,0 0-8,0 0 2,0 1-2,0-1 5,0-1-4,0 2 0,0 1 3,22-5-11,-22 4 2,0-1-12,26 0-5,-26-1-4,21 1-6,-10-1 3,2 1-2,-4 0-10,5-1 1,-3 0 7,-3 0 4,4-1 6,-2-1 2,2 2-10,-1-2-7,3 2 2,1-2 0,-1 1 2,1-1 3,1 1 6,3 0-5,0 1 1,1-2 2,2 0-4,6 0-2,1 0-5,-2 0-3,6 0-11,-1 0-2,2 0 1,-4-19-3,4 19-2,-4 0 8,-2 0 2,1 0 3,1 0 5,-2-10-6,-1 10-6,1 0-9,-2 0 5,1 0 2,-2 0 1,1 0 0,-2 0 4,-2 0 3,2 0 1,-3 0 7,-1 0-9,-1 0-4,0 0 0,-3 0-3,3 0 2,-6 0 5,3 0-2,-5 0 8,4 0 2,-1 0-7,-2 0 9,-1 0-1,1 0 3,3 0-2,-1 0-2,-1 0 3,0 0-12,0 0 15,3 0-5,1 0 3,-2 0-5,-2 0-10,4 0-1,1 0-10,0 0 9,1 0-6,-1 0 2,3 0-6,0 0 2,4 0 8,-3 0-6,-1 0 4,-1 0 1,0 0-3,-5 0 0,-2 0 2,-1 0-1,-2 0 2,1 0 9,-1 0 0,-1 0 0,0 0 1,-1 0-12,0 0 1,0 0-1,3 0 4,-5 0 2,1 0 4,1 0-4,1 0-6,1 0 7,-1 0-7,-2 0 1,3 0-2,-2 0 7,2 0-6,-2 0 7,1 0-3,-3 0-14,2 0 9,-1 0-2,1 0 3,-1 0 5,0 0-5,1 0-1,0 0 2,-2 0 2,4 0-1,-2 0 0,2 0 2,-1 0 3,0 0-1,1 0 2,2 0-4,0 12-3,0-12 5,4 0-9,-4 0 0,3 0 2,0 0-11,0 0 10,0 0-4,1 0-28,-2 0-27,-2 0-46,1 0-43,-3 0-25,-3 0-45,0 0-66,-3-18-141,-4 18-179,0-18-40,0 4 109</inkml:trace>
  <inkml:trace contextRef="#ctx0" brushRef="#br0" timeOffset="3518.6337">1107 4282 1060,'0'0'7,"0"0"10,0 0 19,0 0 15,0 0 7,0 0 9,0 22 15,0-22 20,-21 0-2,21 16-3,0-16-19,-21 15-11,21-15 4,-25 19 7,9-8 2,1-2-4,-1 5-8,-1-4-10,-3 0-1,1 2-11,3 0 0,-3-1-7,3 2-11,-4 1 2,4-2 6,-2 3 0,2 2 4,0 0-10,-3-1-13,5 1 4,0 1-8,1-1 7,-1 2 0,3-2 0,-1-3 16,5 0-3,-1 2 0,1-2-4,-1 1-14,6-2 1,-4 2 3,1-1-1,4 2 14,-2-2 3,2 1 1,1-1 4,0 1-2,0 2-3,0-3 0,0 2 4,0 0 4,0 0 0,25-1 2,-25 2-6,0-2-5,21 1 1,-21-1-4,19 2 4,-7-3-3,-1-1 0,2 0-2,-1 0-5,2 0 0,5-2 5,-1 1 8,5-2-1,-1 2-11,6-2-8,0-1-12,3-1 0,4 1-1,0-2-4,3-1 6,2 1-5,1-2 2,3 2 3,1-2-3,0-2-1,3 2 2,-1-1 1,-1-2-11,2 1-9,-3-2-34,2 1-42,-3-2-44,2 1-42,-2-1-20,0 0-22,0 0-13,-4 0-19,0 0-52,-2 1-103,3-1-113,1 0-12,-3 0 102</inkml:trace>
  <inkml:trace contextRef="#ctx0" brushRef="#br0" timeOffset="4153.1102">5117 5467 2190,'-5'5'-2,"2"-3"6,1 2 15,0-3 13,2-1 15,0 0 16,0 0 14,0 0 14,0 0 12,29 0 0,-29 0-8,34 0 3,-9 0 4,5 0 5,4 17-3,7-17-20,9 0-22,1 0-19,11 0-9,5 0 13,5 0 18,5 0-3,11-24-11,5 24-22,7 0-28,8 0-3,5-18 2,10 18-1,3 0 3,6 0-4,0 0 0,3 0-12,-4 0-25,-3 0-26,0 0-39,-4 0-17,-4-9-4,-3 9-14,0-7-10,-9 1-19,0-2-27,-5 0-20,-9-1-35,-4-5-62,-6 3-101,-7-3-94,-6-5 84</inkml:trace>
  <inkml:trace contextRef="#ctx0" brushRef="#br0" timeOffset="5640.7412">10618 5375 1930,'-11'17'4,"1"-17"14,2 0 26,2 0 30,1 0 28,3 0 11,0 0-3,2 0-20,0 0-17,0 0-15,0 0-7,0 0 2,0 0 2,0 0 5,0 0-3,0 0 2,0 0-13,0 0-14,0 0-10,0 0-11,0 0-11,0 0 0,0 0-2,0 0-1,0 0 8,0 12 4,0-12 15,0 0 3,0 0 10,0 10 0,0-10-5,0 0 2,0 7-4,0-7 7,23 4 5,-23-1 2,0 0 4,22-2-3,-22 0-3,26 0-1,-9-1 4,0 0-6,6 0-9,5 0-2,2 0-16,5 0 1,2 0 0,3 0-7,-1 0 5,1-18-2,3 18-2,-1 0 1,-2 0 5,3-12 11,-2 12 4,4 0-2,-6-9-7,3 9-15,1 0-6,1-7 4,2 7-4,-2-6-1,1 3 7,0 2-4,2-2 1,1 1 4,0-2-4,2 1 7,0-2 0,3 2-3,0-1-2,-2-1 0,3 2 0,5-2 0,-3 0 6,3 3-3,2-4 3,1-1 2,0 3-3,4-1 5,-4 0-1,0 1 6,-2 0-7,3-2-6,2 4 4,-1-3-7,2 3 9,-3-1 0,3 0-6,0 0 6,2 2-11,-5-2-3,-2 2 0,-2-1-2,-3 0 12,-2-1-3,1-1 7,-7 2-2,1-1-1,-2 1 2,-2-1-4,-1-1-3,-1 2 2,-3 0 1,0-2 3,2 2-4,-5-1 4,-3 1-3,1 0-6,-1-1 5,1 1-10,-1-3 3,2 1 7,4 3-6,1-4 8,2 1-11,1 0 3,3 0 4,3 0-3,-2 2 1,5-3-4,-3 2 0,2-1-2,4 0 5,-1 0 1,3 1 0,-3 1-4,-1-3 6,-2 2-1,1 0 0,-3-1 0,-1 1-6,1 1-6,-5-1 6,0-1-3,-5 2-9,3 0-6,-2-1-21,-3 1-25,1 0-18,0-1-32,2-1-26,2-2-25,5 3-25,-1-1-20,3-1-36,1 0-16,3 0-40,-2 0-90,3 0-60,3 1-86,-3-3 97</inkml:trace>
  <inkml:trace contextRef="#ctx0" brushRef="#br0" timeOffset="6190.1507">16780 5189 2057,'-11'0'13,"5"0"28,-4 0 36,3 0 25,0 0 24,4 0-1,3 0-17,0 0-13,0 0-32,0 0-26,0 0-10,0 0 5,0 0 11,0 0 26,0 0 17,0 0 10,0 0 5,0 0-5,0 0-9,0 16-9,0-16-15,35 0-16,-35 0-11,40 11-15,-12-11-6,4 0-1,3 7-6,6-7-1,2 5-4,4-5-2,3 0 1,2 0-1,2 2 0,3-2 1,0 0-14,2 0 8,-1 0 11,0 0-13,1 0 14,2-23-10,4 23-8,3 0 11,0-21-7,-1 21 5,2-16 0,3 16-2,0-16-11,0 7-17,-2 0-16,-3-1-10,2-2 0,6 2 0,-2-2 1,-1-1 0,-2 2 3,0 0-1,-3-2 3,-5-2-7,-3 3 9,-4 1 13,-4-2-12,-4 1 16,-2-1-3,-7 2-9,0-1 6,-6 2-25,-2 0-32,0-2-19,-2 2-26,-1 2-34,-4-1-26,-3 0-76,-5 4-61,1-2-101,-2 0 3,-2 1 109</inkml:trace>
  <inkml:trace contextRef="#ctx0" brushRef="#br0" timeOffset="27338.0007">5891 7839 1595,'0'0'21,"0"14"28,0-14 15,0 0 18,0 0 32,0 0 7,0 0 16,0 0 4,0 0-27,0 0-14,0 0-5,0 0 9,0 0 0,0 0 5,0 0 9,0 0-3,0 0-12,0 0-7,0 0-17,0 0-11,0 17-4,0-17-15,0 0 0,0 0-14,0 0-2,0 15-4,0-15-4,0 0 2,0 9-3,0-9 16,0 8 0,27-8 8,-27 4-3,28-3-5,-5 0-8,1-1-7,2 0 2,4 0-3,5 0 4,8 0 23,9 0 7,7-22-21,5 22 2,7 0-30,5-21-11,8 21 16,1 0-19,3-15 13,2 15-2,-2 0-9,-1 0 12,-4 0-19,-4 0 2,-1 0 22,-1 0-28,-6 0 17,1 0-7,1 0-12,-7 0 18,4 0-6,3 0 6,-3 0-3,1 0 6,1 0-4,1 0 3,5 0 1,-3-22-4,6 22 10,1 0-19,-4-21 6,2 21 12,2-12-9,2 12 0,1 0 0,1-13-10,1 13-4,-2-7 13,5 7-5,2-5 6,-4 1 3,-3 1-9,-1-2-13,1 1-12,-7-3-5,0 4-1,0-6 8,-6 1-2,-2 1-6,3-2-6,-2 1-26,2 1-14,2-3-23,-2 3-37,0-1-19,7 1-40,0 3-38,-3-4-35,0 2-56,-1-2-30,-3 3-252,0-4 9,-3-1 108</inkml:trace>
  <inkml:trace contextRef="#ctx0" brushRef="#br0" timeOffset="27927.803">12147 7732 2187,'-17'7'6,"1"-1"56,1-2 46,3 1 30,2-4 12,6-1-39,-2 2-11,5-1 6,1 2 5,0-1 25,0 1 36,0 1 0,33 3 12,-7 0-19,7 2-44,10 0-17,11 1-19,11-1-16,10 1-9,3-2-8,8-2 2,9 2-7,9-3-14,5 1-18,5 0-3,4 1-12,5 1-4,7-3 8,0 2-43,-6-2-16,-9 0-35,-3-1-55,-12-1-26,-4-2-34,-11 0-26,-6-1-8,-13 0-8,-4 0-7,-5 0-23,-8 0-43,-9-21-90,-4 21-90,-8-18-39,-3 18 105</inkml:trace>
  <inkml:trace contextRef="#ctx0" brushRef="#br0" timeOffset="40703.7655">8446 8056 2569,'-5'5'29,"-4"0"22,4-4 14,3 0 13,0-1-26,2 0-16,0 0-8,0 0 19,0 0 25,0 0 10,0 0 2,38 0-11,-13 0-15,3 0-7,9 0 6,10 0-8,10 0 3,10 0 2,9 0-7,9 0-15,10 0-13,9 0-14,10 0-4,5 0 4,6 0-3,2 0 2,1 0-6,7 0-21,2 0-44,4 0-50,5-14-65,4 14-76,1 0-66,5 0-101,-5-12-168,0 6-52,-4-6 109</inkml:trace>
  <inkml:trace contextRef="#ctx0" brushRef="#br0" timeOffset="40883.8006">12840 7894 2856,'0'0'-9,"0"0"5,-30 0-5,30-24 2,0 24 1,0 0-15,-16-20-14,16 20-38,0 0-41,0 0-49,0 0-56,0 0-51,0 0-51,22 0-58,-22 0-71,0 0 86</inkml:trace>
  <inkml:trace contextRef="#ctx0" brushRef="#br0" timeOffset="42892.1993">2041 11646 2204,'-10'0'-3,"1"0"3,0 0 41,2 0 34,-4 0 56,3-16 19,1 16-26,-1 0-16,4 0-58,2 0-22,2 0-14,-3 0-10,3 0-2,0 0 9,0 0 25,0 0 6,0 0 24,22 0 5,-22 0-10,0 0-4,30 0-7,-30 0-4,28 17-12,-14-17 6,4 0-8,-1 0-6,3 0 7,3 0-12,-3 0 6,4 0 15,-2 0-6,4 0 7,-2 0-11,4 0-10,-1 0 8,2 0 0,2 0 11,3 0-1,1 0-7,2 0-3,1 0-4,1 0-3,2 0-7,2 0 1,2 0-4,0 0 1,3 0-1,-1 0 1,3 0-9,2 0 4,3 0 0,0 0-8,1 0 7,1 0-7,5 0-3,4 0 8,4 0-1,5 0-3,6 0 7,6 0-12,7 17 2,7-17-8,5 0 8,8 15 6,6-15-3,3 0 10,5 11-12,12-11-6,2 0-24,7 10-47,5-10-55,3 0-77,0 4-46,4-4-52,-4 0-43,-7 0-78,4 0-182,-9 0-46,-2 0 102</inkml:trace>
  <inkml:trace contextRef="#ctx0" brushRef="#br0" timeOffset="44530.9995">4933 11610 1974,'0'0'20,"0"0"17,-15 0 35,15 0 23,0 0 6,0 0-1,0 0-7,0 0-15,0 0-13,0 0-10,0 0-34,0 0 5,0 0-3,0 0 7,0 0 19,0 0-3,0 0 14,0 0 8,19 0 2,-19 0 4,28 0-7,-6 0-6,4 0-2,5 0 3,4 0-7,6 0-1,7 0-6,2 0-8,5 0 5,3 0-8,7 0-2,2 0 1,4 0-12,1 0 1,3 0-5,-4 0-10,2 0-10,2 0-1,-2 0 13,3 0 17,2 0 10,0 0-8,5 0-12,3 0-7,4 0-12,1 20 16,0-20-4,1 0-2,2 0 8,0 0-10,-4 13 11,0-13-10,1 0-5,4 12 3,0-12-6,-2 9 2,2-2 7,0-2-5,1 0-4,-2 0 2,-1-1-4,-7-1 0,-3 1 2,-2-1-3,-3-2-3,-3-1 1,-6 0 4,-2 0 0,-2 0 1,2 0 0,0 0 1,2 0-6,-2 0 5,3 0 1,-2 0-6,3 0 5,2 0-3,-4 0-9,-2 0 15,-5 0-2,4-17-3,-5 17 6,-3 0-20,-2 0 10,-1 0 6,-6 0-2,3 0 13,-5 0-10,2 0-3,-3 0-18,-6 0 8,-2 0 8,0 0-7,-4 0 25,-2 0-36,-3 0 7,-2 0 3,-1 0-11,3 0 13,-2 0-12,0 0 10,-1 0-4,-2 0 9,-1-17 8,-2 17-13,0 0 3,0-15 0,0 15-7,0 0 2,-1-10 0,1 10-10,-2-7 4,4 7 2,1-9 2,-3 8 1,1-3-9,3 1 4,-2-1 3,1 1 9,2-1 6,0 2 3,1 0 0,-1-3-4,2 4-2,-1-1-2,3 0-2,-3-1 1,2 2 7,4-1-4,-3 1 4,4 1 0,0-1 7,1 1-8,1 0-2,2 0-10,-1 0-12,-2-1 2,1 0 2,-3-2 7,-1 0 2,-1-2-3,-3 2 3,-1-4 3,-1 3-5,-1-5 4,-4 3 5,-1-2-3,1 1 8,0-3 4,-2 1-4,-2 0 0,-1-4-4,3 4 0,-4-2 2,5-2-1,-5 1 3,1 1-2,3-1 0,-1-2 0,-1 2 0,3-2 2,0 0-4,1 2-4,-2-2-4,4 0-5,-2 2 1,-2-3 2,3 3 10,-3-2-3,-3 2-1,-2-4 1,0 3-5,-2 0 2,-3-1 8,0-1-6,-1 2 5,0-1 2,-1-2-4,0 1 8,-2 1 2,-1-2 2,2 1-11,-5-1 1,3 2-1,-3 0-8,-1-3 11,0 2 2,0-1-9,0 2 0,0-4 2,0 2-4,-25-1 7,25 2 7,0-2-3,-21 0 2,21 0-8,0-2 4,-19 3-5,19 0-2,-14 0 9,14 0 3,-10 0-2,4 4 3,6 3-10,-11-2 2,7-1 0,-1 3 10,1 1 1,-2-3-8,-3 2 6,3-2-4,0-1 4,-3 1 7,2 2-5,-2-2-6,-3 0 0,-1 2-7,3 1 9,-2 1 4,-3-1-3,1 4 3,2-2-3,-3 1-7,1 1-3,2-1 7,-1-2 4,0 3 15,2 2-3,0-4-3,0 2-2,2 1-11,-2 0 5,3 0 1,-3 1-6,1-1 4,1-3 0,-1 4 0,-2-1 6,-1-1-1,2 1 5,-3 0 5,1-3-3,-1 3-2,1-2-4,-2 3-13,3-3 9,-2 0-10,1 2 2,2 1-4,0-2 6,0 2 0,-4-1-2,3 3 4,0-3-12,-4 3 8,-2 0 2,-1-1-4,-3 1 5,-1 0-2,1 0-5,-3 0 10,-3 0-14,-2 0 8,-2 0-14,2 0-50,-8 0-26,-5 0-48,0 0-58,-7 0-35,-6 18-91,-7-18-160,-6 0-172,-10 0 53,-8 0 121</inkml:trace>
  <inkml:trace contextRef="#ctx0" brushRef="#br0" timeOffset="45754.8745">1642 10259 1272,'0'0'12,"-20"0"4,7 0 43,2 0 20,-1 0 22,-3 0 20,3 0-42,-1 0 0,1-16-29,2 16-20,-1 0 2,-1 0-6,1-10 17,-1 10 25,0 0 1,-2-7 4,1 7 3,-1 0-49,1-4-4,-1 4-10,-1-3-18,-3 3 31,3 0-6,-1 0-20,-2 0 5,0 0-9,-1 0 13,-1 0 11,0 20-14,-1-20-2,-2 0 1,-2 17 0,-1-17 8,-2 16 10,-4-16-9,1 16 7,-2-16-10,-3 19 1,1-10-1,-3 1-9,3-1 14,2 0-12,-1 0 26,2 0-20,2 1 2,4-3-1,0 1-28,4 1 26,0-1-6,6 0-3,4 2 6,2-2-5,2 2-1,0 1 12,3 2-5,0-1 13,-1 2 1,-5 4 3,3-1 3,-2 2-18,0 4 16,0-2-21,0 2 4,-1 4 10,2-3-15,0 6 23,-3-3-7,2 9 3,1-1-7,-1 3-4,4 2-5,-2 3-7,4 3 18,2 0-12,2 3 3,0-2 0,0-2-7,0 1 2,26 0 7,-26-3 8,38 0-18,-12-1 10,12-2-2,8-5-4,13 0 12,12-5-18,10-4-24,12-3-32,11-4-37,15-6-41,3-4-43,11-5-60,2-1-125,4-3-146,4 0-37,2 0 91</inkml:trace>
  <inkml:trace contextRef="#ctx0" brushRef="#br0" timeOffset="46683.7636">10671 11393 1863,'-29'4'19,"3"0"36,-3 0 36,3-2 47,3 1 8,3-2 0,-1 5-21,4-4-21,1 1-3,3 2-22,3-1 11,3 0-8,1 0-10,1 1 17,1-1-7,4-1 0,0 1 31,0 0-8,0 0 4,0 0-12,37-2-25,-37 3-23,41-1-6,-10-2 6,2 3-24,8-3 12,6 1-16,3-1 1,8-1 3,2-1-6,9 0-7,6 0-5,1 0-1,6 0 8,4 0 1,4 0-14,4 0 9,5 0-20,1 0 0,4 0 8,6 0-10,5-16 12,3 16 10,2 0-10,-3 0 0,-4 0-11,-2-10-22,-1 10-2,-7 0-17,-3 0-11,-4-9-13,-3 5-2,-6-2-6,6 2 11,0-1-17,-1 0-31,0-2-4,-1 2-35,-1 0-2,-2-1 2,-4 0-42,-7 2-40,-7-1-68,-5 1-99,-6-3-103,-3 1 14,-3-1 112</inkml:trace>
  <inkml:trace contextRef="#ctx0" brushRef="#br0" timeOffset="46845.9581">14625 11330 2620,'1'0'37,"-1"0"43,0 0 63,0 0 6,0 0-42,0 0-34,0 0-73,0 0-2,0 0 7,0-15-17,26 15 2,-26 0-48,0 0-49,0 0-67,20 0-68,-20 0-53,0 0-119,0 0-113,0 0-20,0 0 98</inkml:trace>
  <inkml:trace contextRef="#ctx0" brushRef="#br0" timeOffset="47990.8483">11361 11955 1814,'-6'-2'23,"0"0"39,-1 2 51,4-1 53,-3-2 22,1 0 4,-4 2-10,4 0-12,0-1-18,2-1-19,1 1-25,2-3-33,0 5-19,0-4-19,0-1-12,0 2 16,31-2-20,-31 3 12,44-1-1,-10 3-30,8-3 21,12 3-28,7 0 1,15 0 9,11 0-7,12 0 15,12 0-6,10 20-6,10-20-5,2 0-36,4 0-32,4 14-45,1-14-55,1 0-20,-3 0-14,-4 0 17,-2-33 0,1 33-25,1-31-56,-9 11-57,-5 2-91,-4 18-53,-9-30 101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32515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560F1E0A-E6BB-4C9B-A950-E25A5FDEE881}" type="slidenum">
              <a:rPr lang="en-US" altLang="en-US" smtClean="0">
                <a:latin typeface="Times New Roman" pitchFamily="18" charset="0"/>
                <a:ea typeface="ＭＳ Ｐゴシック" pitchFamily="34" charset="-128"/>
              </a:rPr>
              <a:pPr/>
              <a:t>17</a:t>
            </a:fld>
            <a:endParaRPr lang="en-US" altLang="en-US" smtClean="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85909EF1-EB69-4871-A056-EB23AB72605D}" type="slidenum">
              <a:rPr lang="en-US" altLang="en-US" smtClean="0">
                <a:latin typeface="Times New Roman" pitchFamily="18" charset="0"/>
                <a:ea typeface="ＭＳ Ｐゴシック" pitchFamily="34" charset="-128"/>
              </a:rPr>
              <a:pPr/>
              <a:t>18</a:t>
            </a:fld>
            <a:endParaRPr lang="en-US" altLang="en-US" smtClean="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1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1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1" y="1435101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9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2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/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/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C115C-0DA0-436F-9194-C31C03B400E2}" type="datetimeFigureOut">
              <a:rPr lang="en-IN"/>
              <a:pPr>
                <a:defRPr/>
              </a:pPr>
              <a:t>10-03-2025</a:t>
            </a:fld>
            <a:endParaRPr lang="en-IN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97B56-090B-41F3-9C42-0B1E641987B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49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72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t3cs_UurqRc" TargetMode="External"/><Relationship Id="rId7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hyperlink" Target="https://pixabay.com/en/button-video-play-symbol-sign-24836/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emf"/><Relationship Id="rId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emf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755576" y="1844824"/>
            <a:ext cx="7632848" cy="2808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Arial"/>
              <a:buNone/>
            </a:pPr>
            <a:r>
              <a:rPr lang="en-IN" sz="2200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Course Code: 20CS401</a:t>
            </a:r>
            <a:r>
              <a:rPr lang="en-IN" sz="2200" b="1" dirty="0"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IN" sz="2200" b="1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Course Title: Database Management Systems</a:t>
            </a:r>
            <a:r>
              <a:rPr lang="en-IN" sz="2200" b="1" dirty="0"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IN" sz="2200" b="1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200" b="1" dirty="0"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IN" sz="2200" b="1" dirty="0">
                <a:latin typeface="Arial"/>
                <a:ea typeface="Arial"/>
                <a:cs typeface="Arial"/>
                <a:sym typeface="Arial"/>
              </a:rPr>
            </a:br>
            <a:r>
              <a:rPr lang="en-IN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Academic Year: </a:t>
            </a:r>
            <a:r>
              <a:rPr lang="en-IN" sz="2200" b="1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2024 - 2025 (Even </a:t>
            </a:r>
            <a:r>
              <a:rPr lang="en-IN" sz="2200" b="1" dirty="0" err="1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Sem</a:t>
            </a:r>
            <a:r>
              <a:rPr lang="en-IN" sz="2200" b="1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0" y="-14288"/>
            <a:ext cx="9144000" cy="653115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Syllabus                                                           </a:t>
            </a: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0" y="6492875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</a:t>
            </a:r>
            <a:r>
              <a:rPr lang="en-IN" sz="1600" b="1" dirty="0">
                <a:solidFill>
                  <a:schemeClr val="lt1"/>
                </a:solidFill>
              </a:rPr>
              <a:t>2</a:t>
            </a: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DF187-D56E-4285-AE4E-3B84481BC5B0}"/>
              </a:ext>
            </a:extLst>
          </p:cNvPr>
          <p:cNvSpPr txBox="1"/>
          <p:nvPr/>
        </p:nvSpPr>
        <p:spPr>
          <a:xfrm>
            <a:off x="177282" y="2508635"/>
            <a:ext cx="85748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 smtClean="0">
                <a:solidFill>
                  <a:srgbClr val="1306BA"/>
                </a:solidFill>
              </a:rPr>
              <a:t>Transaction </a:t>
            </a:r>
            <a:r>
              <a:rPr lang="en-US" sz="2000" b="1" dirty="0">
                <a:solidFill>
                  <a:srgbClr val="1306BA"/>
                </a:solidFill>
              </a:rPr>
              <a:t>Concepts </a:t>
            </a:r>
            <a:r>
              <a:rPr lang="en-US" sz="2000" b="1" dirty="0" smtClean="0">
                <a:solidFill>
                  <a:srgbClr val="1306BA"/>
                </a:solidFill>
              </a:rPr>
              <a:t>- </a:t>
            </a:r>
            <a:r>
              <a:rPr lang="en-US" sz="2000" b="1" dirty="0">
                <a:solidFill>
                  <a:srgbClr val="1306BA"/>
                </a:solidFill>
              </a:rPr>
              <a:t>Transaction model </a:t>
            </a:r>
            <a:r>
              <a:rPr lang="en-US" sz="2000" b="1" dirty="0" smtClean="0">
                <a:solidFill>
                  <a:srgbClr val="1306BA"/>
                </a:solidFill>
              </a:rPr>
              <a:t>- </a:t>
            </a:r>
            <a:r>
              <a:rPr lang="en-US" sz="2000" b="1" dirty="0">
                <a:solidFill>
                  <a:srgbClr val="1306BA"/>
                </a:solidFill>
              </a:rPr>
              <a:t>ACID Properties </a:t>
            </a:r>
            <a:r>
              <a:rPr lang="en-US" sz="2000" b="1" dirty="0" smtClean="0">
                <a:solidFill>
                  <a:srgbClr val="C00000"/>
                </a:solidFill>
              </a:rPr>
              <a:t>-</a:t>
            </a:r>
            <a:endParaRPr lang="en-IN" sz="2000" b="1" i="0" u="none" strike="noStrike" cap="none" dirty="0">
              <a:solidFill>
                <a:srgbClr val="C00000"/>
              </a:solidFill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14400" y="1214706"/>
            <a:ext cx="76161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MODULE 3 TRANSACTIONS AND ADVANCED CONCEPTS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669588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</a:t>
            </a: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2AA52-047A-40D8-8607-AB4AF2353D02}"/>
              </a:ext>
            </a:extLst>
          </p:cNvPr>
          <p:cNvSpPr txBox="1"/>
          <p:nvPr/>
        </p:nvSpPr>
        <p:spPr>
          <a:xfrm>
            <a:off x="1576873" y="709127"/>
            <a:ext cx="5267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Transaction Concept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ACE73-37FB-4902-B767-F8B95545AFCD}"/>
              </a:ext>
            </a:extLst>
          </p:cNvPr>
          <p:cNvSpPr txBox="1"/>
          <p:nvPr/>
        </p:nvSpPr>
        <p:spPr>
          <a:xfrm>
            <a:off x="35496" y="1660849"/>
            <a:ext cx="909644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 transaction is a unit of program execution that accesses and possibly updates various data items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000" b="1" dirty="0" smtClean="0"/>
              <a:t> </a:t>
            </a:r>
            <a:r>
              <a:rPr lang="en-IN" sz="2000" b="1" dirty="0"/>
              <a:t>For example, transaction to transfer $50 from account A to account B: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1. read(A)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2. A := A – 50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3. write(A)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4. read(B)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5. B := B + 50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6. write(B)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smtClean="0"/>
              <a:t>Two </a:t>
            </a:r>
            <a:r>
              <a:rPr lang="en-IN" sz="2000" b="1" dirty="0"/>
              <a:t>main issues to deal with:</a:t>
            </a:r>
          </a:p>
          <a:p>
            <a:pPr marL="342900" lvl="3" indent="-342900">
              <a:buFont typeface="Wingdings" panose="05000000000000000000" pitchFamily="2" charset="2"/>
              <a:buChar char="v"/>
            </a:pPr>
            <a:r>
              <a:rPr lang="en-IN" sz="2000" b="1" dirty="0" smtClean="0"/>
              <a:t>Failures </a:t>
            </a:r>
            <a:r>
              <a:rPr lang="en-IN" sz="2000" b="1" dirty="0"/>
              <a:t>of various kinds, such as hardware failures and system crashes</a:t>
            </a:r>
          </a:p>
          <a:p>
            <a:pPr marL="342900" lvl="3" indent="-342900">
              <a:buFont typeface="Wingdings" panose="05000000000000000000" pitchFamily="2" charset="2"/>
              <a:buChar char="v"/>
            </a:pPr>
            <a:r>
              <a:rPr lang="en-IN" sz="2000" b="1" dirty="0" smtClean="0"/>
              <a:t>Concurrent </a:t>
            </a:r>
            <a:r>
              <a:rPr lang="en-IN" sz="2000" b="1" dirty="0"/>
              <a:t>execution of multiple transactions</a:t>
            </a:r>
            <a:endParaRPr lang="en-IN" dirty="0"/>
          </a:p>
        </p:txBody>
      </p:sp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6A2F3FF5-2F7E-46AE-A33A-50DD34EA7D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7107117" y="2712749"/>
            <a:ext cx="1429915" cy="14299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309960" y="1892520"/>
              <a:ext cx="7123680" cy="40384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2040" y="1889640"/>
                <a:ext cx="7134480" cy="404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5B53A-B855-4340-AB9E-68821E9A2CC4}"/>
              </a:ext>
            </a:extLst>
          </p:cNvPr>
          <p:cNvSpPr txBox="1"/>
          <p:nvPr/>
        </p:nvSpPr>
        <p:spPr>
          <a:xfrm>
            <a:off x="558657" y="985328"/>
            <a:ext cx="8304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defRPr/>
            </a:pPr>
            <a:r>
              <a:rPr kumimoji="1" lang="en-IN" altLang="en-US" sz="20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Required Properties of a Transaction</a:t>
            </a:r>
            <a:endParaRPr kumimoji="1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496" y="1420162"/>
            <a:ext cx="863394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FF0000"/>
                </a:solidFill>
              </a:rPr>
              <a:t>Atomicity requirement</a:t>
            </a:r>
          </a:p>
          <a:p>
            <a:pPr>
              <a:lnSpc>
                <a:spcPct val="150000"/>
              </a:lnSpc>
            </a:pPr>
            <a:r>
              <a:rPr lang="en-IN" sz="2000" dirty="0" smtClean="0"/>
              <a:t>  </a:t>
            </a:r>
            <a:r>
              <a:rPr lang="en-IN" sz="2000" dirty="0"/>
              <a:t>If the transaction fails after step 3 and before step 6, money will be “lost” leading to an </a:t>
            </a:r>
            <a:r>
              <a:rPr lang="en-IN" sz="2000" dirty="0" smtClean="0"/>
              <a:t>inconsistent database </a:t>
            </a:r>
            <a:r>
              <a:rPr lang="en-IN" sz="2000" dirty="0"/>
              <a:t>state</a:t>
            </a:r>
          </a:p>
          <a:p>
            <a:pPr marL="342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/>
              <a:t> Failure </a:t>
            </a:r>
            <a:r>
              <a:rPr lang="en-IN" sz="2000" dirty="0"/>
              <a:t>could be due to software or hardware</a:t>
            </a:r>
          </a:p>
          <a:p>
            <a:pPr marL="342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/>
              <a:t> The </a:t>
            </a:r>
            <a:r>
              <a:rPr lang="en-IN" sz="2000" dirty="0"/>
              <a:t>system should ensure that updates of a partially </a:t>
            </a:r>
            <a:r>
              <a:rPr lang="en-IN" sz="2000" dirty="0" smtClean="0"/>
              <a:t>executed transaction </a:t>
            </a:r>
            <a:r>
              <a:rPr lang="en-IN" sz="2000" dirty="0"/>
              <a:t>are not reflected in the database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Transaction to transfer $50 from account A to account B:</a:t>
            </a:r>
          </a:p>
          <a:p>
            <a:pPr lvl="1"/>
            <a:r>
              <a:rPr lang="en-IN" sz="2000" dirty="0" smtClean="0"/>
              <a:t>		1</a:t>
            </a:r>
            <a:r>
              <a:rPr lang="en-IN" sz="2000" dirty="0"/>
              <a:t>. read(A)</a:t>
            </a:r>
          </a:p>
          <a:p>
            <a:pPr lvl="1"/>
            <a:r>
              <a:rPr lang="en-IN" sz="2000" dirty="0" smtClean="0"/>
              <a:t>		2</a:t>
            </a:r>
            <a:r>
              <a:rPr lang="en-IN" sz="2000" dirty="0"/>
              <a:t>. A := A – 50</a:t>
            </a:r>
          </a:p>
          <a:p>
            <a:pPr lvl="1"/>
            <a:r>
              <a:rPr lang="en-IN" sz="2000" dirty="0" smtClean="0"/>
              <a:t>		3</a:t>
            </a:r>
            <a:r>
              <a:rPr lang="en-IN" sz="2000" dirty="0"/>
              <a:t>. write(A)</a:t>
            </a:r>
          </a:p>
          <a:p>
            <a:pPr lvl="1"/>
            <a:r>
              <a:rPr lang="en-IN" sz="2000" dirty="0" smtClean="0"/>
              <a:t>		4</a:t>
            </a:r>
            <a:r>
              <a:rPr lang="en-IN" sz="2000" dirty="0"/>
              <a:t>. read(B)</a:t>
            </a:r>
          </a:p>
          <a:p>
            <a:pPr lvl="1"/>
            <a:r>
              <a:rPr lang="en-IN" sz="2000" dirty="0" smtClean="0"/>
              <a:t>		5</a:t>
            </a:r>
            <a:r>
              <a:rPr lang="en-IN" sz="2000" dirty="0"/>
              <a:t>. B := B + 50</a:t>
            </a:r>
          </a:p>
          <a:p>
            <a:pPr lvl="1"/>
            <a:r>
              <a:rPr lang="en-IN" sz="2000" dirty="0" smtClean="0"/>
              <a:t>		6</a:t>
            </a:r>
            <a:r>
              <a:rPr lang="en-IN" sz="2000" dirty="0"/>
              <a:t>. write(B)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600560" y="1259280"/>
              <a:ext cx="7540200" cy="4470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2280" y="1252080"/>
                <a:ext cx="7558200" cy="448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304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5B53A-B855-4340-AB9E-68821E9A2CC4}"/>
              </a:ext>
            </a:extLst>
          </p:cNvPr>
          <p:cNvSpPr txBox="1"/>
          <p:nvPr/>
        </p:nvSpPr>
        <p:spPr>
          <a:xfrm>
            <a:off x="419878" y="430069"/>
            <a:ext cx="8304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defRPr/>
            </a:pPr>
            <a:r>
              <a:rPr kumimoji="1" lang="en-IN" altLang="en-US" sz="20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Required Properties of a Transaction</a:t>
            </a:r>
            <a:endParaRPr kumimoji="1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810436"/>
            <a:ext cx="9144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Consistency requirement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>
                <a:solidFill>
                  <a:schemeClr val="tx1"/>
                </a:solidFill>
              </a:rPr>
              <a:t>In example, the sum of A and B is unchanged by the execution of the </a:t>
            </a:r>
            <a:r>
              <a:rPr lang="en-IN" sz="2000" dirty="0" smtClean="0">
                <a:solidFill>
                  <a:schemeClr val="tx1"/>
                </a:solidFill>
              </a:rPr>
              <a:t>transaction . In </a:t>
            </a:r>
            <a:r>
              <a:rPr lang="en-IN" sz="2000" dirty="0">
                <a:solidFill>
                  <a:schemeClr val="tx1"/>
                </a:solidFill>
              </a:rPr>
              <a:t>general, consistency requirements include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>
                <a:solidFill>
                  <a:schemeClr val="tx1"/>
                </a:solidFill>
              </a:rPr>
              <a:t>Explicitly specified integrity constraints</a:t>
            </a:r>
          </a:p>
          <a:p>
            <a:r>
              <a:rPr lang="en-IN" sz="2000" dirty="0">
                <a:solidFill>
                  <a:schemeClr val="tx1"/>
                </a:solidFill>
              </a:rPr>
              <a:t>– primary keys and foreign keys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>
                <a:solidFill>
                  <a:schemeClr val="tx1"/>
                </a:solidFill>
              </a:rPr>
              <a:t>Implicit integrity constraints</a:t>
            </a:r>
          </a:p>
          <a:p>
            <a:r>
              <a:rPr lang="en-IN" sz="2000" dirty="0">
                <a:solidFill>
                  <a:schemeClr val="tx1"/>
                </a:solidFill>
              </a:rPr>
              <a:t>– sum of balances of all accounts, minus sum of loan amounts must equal value of cash-in-hand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</a:rPr>
              <a:t>A </a:t>
            </a:r>
            <a:r>
              <a:rPr lang="en-IN" sz="2000" dirty="0">
                <a:solidFill>
                  <a:schemeClr val="tx1"/>
                </a:solidFill>
              </a:rPr>
              <a:t>transaction, when starting to execute, must see a consistent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</a:rPr>
              <a:t>During </a:t>
            </a:r>
            <a:r>
              <a:rPr lang="en-IN" sz="2000" dirty="0">
                <a:solidFill>
                  <a:schemeClr val="tx1"/>
                </a:solidFill>
              </a:rPr>
              <a:t>transaction execution the database may be temporarily inconsistent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</a:rPr>
              <a:t>When </a:t>
            </a:r>
            <a:r>
              <a:rPr lang="en-IN" sz="2000" dirty="0">
                <a:solidFill>
                  <a:schemeClr val="tx1"/>
                </a:solidFill>
              </a:rPr>
              <a:t>the transaction completes successfully the database must be </a:t>
            </a:r>
            <a:r>
              <a:rPr lang="en-IN" sz="2000" dirty="0" smtClean="0">
                <a:solidFill>
                  <a:schemeClr val="tx1"/>
                </a:solidFill>
              </a:rPr>
              <a:t>consistent</a:t>
            </a:r>
            <a:endParaRPr lang="en-IN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</a:rPr>
              <a:t>Erroneous </a:t>
            </a:r>
            <a:r>
              <a:rPr lang="en-IN" sz="2000" dirty="0">
                <a:solidFill>
                  <a:schemeClr val="tx1"/>
                </a:solidFill>
              </a:rPr>
              <a:t>transaction logic can lead to </a:t>
            </a:r>
            <a:r>
              <a:rPr lang="en-IN" sz="2000" dirty="0" smtClean="0">
                <a:solidFill>
                  <a:schemeClr val="tx1"/>
                </a:solidFill>
              </a:rPr>
              <a:t>inconsistency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/>
              <a:t>		1</a:t>
            </a:r>
            <a:r>
              <a:rPr lang="en-IN" sz="2000" dirty="0"/>
              <a:t>. read(A)</a:t>
            </a:r>
          </a:p>
          <a:p>
            <a:pPr lvl="1"/>
            <a:r>
              <a:rPr lang="en-IN" sz="2000" dirty="0" smtClean="0"/>
              <a:t>		2</a:t>
            </a:r>
            <a:r>
              <a:rPr lang="en-IN" sz="2000" dirty="0"/>
              <a:t>. A := A – 50</a:t>
            </a:r>
          </a:p>
          <a:p>
            <a:pPr lvl="1"/>
            <a:r>
              <a:rPr lang="en-IN" sz="2000" dirty="0" smtClean="0"/>
              <a:t>		3</a:t>
            </a:r>
            <a:r>
              <a:rPr lang="en-IN" sz="2000" dirty="0"/>
              <a:t>. write(A)</a:t>
            </a:r>
          </a:p>
          <a:p>
            <a:pPr lvl="1"/>
            <a:r>
              <a:rPr lang="en-IN" sz="2000" dirty="0" smtClean="0"/>
              <a:t>		4</a:t>
            </a:r>
            <a:r>
              <a:rPr lang="en-IN" sz="2000" dirty="0"/>
              <a:t>. read(B)</a:t>
            </a:r>
          </a:p>
          <a:p>
            <a:pPr lvl="1"/>
            <a:r>
              <a:rPr lang="en-IN" sz="2000" dirty="0" smtClean="0"/>
              <a:t>		5</a:t>
            </a:r>
            <a:r>
              <a:rPr lang="en-IN" sz="2000" dirty="0"/>
              <a:t>. B := B + 50</a:t>
            </a:r>
          </a:p>
          <a:p>
            <a:pPr lvl="1"/>
            <a:r>
              <a:rPr lang="en-IN" sz="2000" dirty="0" smtClean="0"/>
              <a:t>		6</a:t>
            </a:r>
            <a:r>
              <a:rPr lang="en-IN" sz="2000" dirty="0"/>
              <a:t>. write(B)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-21240" y="1323720"/>
              <a:ext cx="8020800" cy="2052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9880" y="1320840"/>
                <a:ext cx="8032320" cy="206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101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5B53A-B855-4340-AB9E-68821E9A2CC4}"/>
              </a:ext>
            </a:extLst>
          </p:cNvPr>
          <p:cNvSpPr txBox="1"/>
          <p:nvPr/>
        </p:nvSpPr>
        <p:spPr>
          <a:xfrm>
            <a:off x="419878" y="430069"/>
            <a:ext cx="8304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defRPr/>
            </a:pPr>
            <a:r>
              <a:rPr kumimoji="1" lang="en-IN" altLang="en-US" sz="20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Required Properties of a Transaction</a:t>
            </a:r>
            <a:endParaRPr kumimoji="1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810436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Isolation requirement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>
                <a:solidFill>
                  <a:schemeClr val="tx1"/>
                </a:solidFill>
              </a:rPr>
              <a:t>If between steps 3 and 6 (of the fund transfer transaction) , another transaction T2 is allowed to access</a:t>
            </a:r>
          </a:p>
          <a:p>
            <a:r>
              <a:rPr lang="en-IN" sz="2000" dirty="0">
                <a:solidFill>
                  <a:schemeClr val="tx1"/>
                </a:solidFill>
              </a:rPr>
              <a:t>the partially updated database, it will see an inconsistent database (the sum A + B will be less than it</a:t>
            </a:r>
          </a:p>
          <a:p>
            <a:r>
              <a:rPr lang="en-IN" sz="2000" dirty="0">
                <a:solidFill>
                  <a:schemeClr val="tx1"/>
                </a:solidFill>
              </a:rPr>
              <a:t>should be).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T1 </a:t>
            </a:r>
            <a:r>
              <a:rPr lang="en-IN" sz="2000" b="1" dirty="0" smtClean="0">
                <a:solidFill>
                  <a:schemeClr val="tx1"/>
                </a:solidFill>
              </a:rPr>
              <a:t>                                                                          T2</a:t>
            </a:r>
            <a:endParaRPr lang="en-IN" sz="2000" b="1" dirty="0">
              <a:solidFill>
                <a:schemeClr val="tx1"/>
              </a:solidFill>
            </a:endParaRPr>
          </a:p>
          <a:p>
            <a:r>
              <a:rPr lang="en-IN" sz="2000" dirty="0">
                <a:solidFill>
                  <a:schemeClr val="tx1"/>
                </a:solidFill>
              </a:rPr>
              <a:t>1. read(A)</a:t>
            </a:r>
          </a:p>
          <a:p>
            <a:r>
              <a:rPr lang="en-IN" sz="2000" dirty="0">
                <a:solidFill>
                  <a:schemeClr val="tx1"/>
                </a:solidFill>
              </a:rPr>
              <a:t>2. A := A – 50</a:t>
            </a:r>
          </a:p>
          <a:p>
            <a:r>
              <a:rPr lang="en-IN" sz="2000" dirty="0">
                <a:solidFill>
                  <a:schemeClr val="tx1"/>
                </a:solidFill>
              </a:rPr>
              <a:t>3. write(A)</a:t>
            </a:r>
          </a:p>
          <a:p>
            <a:r>
              <a:rPr lang="en-IN" sz="2000" b="1" dirty="0" smtClean="0">
                <a:solidFill>
                  <a:schemeClr val="tx1"/>
                </a:solidFill>
              </a:rPr>
              <a:t>                                                           read(A</a:t>
            </a:r>
            <a:r>
              <a:rPr lang="en-IN" sz="2000" b="1" dirty="0">
                <a:solidFill>
                  <a:schemeClr val="tx1"/>
                </a:solidFill>
              </a:rPr>
              <a:t>), read(B), print(A+B)</a:t>
            </a:r>
          </a:p>
          <a:p>
            <a:r>
              <a:rPr lang="en-IN" sz="2000" dirty="0">
                <a:solidFill>
                  <a:schemeClr val="tx1"/>
                </a:solidFill>
              </a:rPr>
              <a:t>4. read(B)</a:t>
            </a:r>
          </a:p>
          <a:p>
            <a:r>
              <a:rPr lang="en-IN" sz="2000" dirty="0">
                <a:solidFill>
                  <a:schemeClr val="tx1"/>
                </a:solidFill>
              </a:rPr>
              <a:t>5. B := B + 50</a:t>
            </a:r>
          </a:p>
          <a:p>
            <a:r>
              <a:rPr lang="en-IN" sz="2000" dirty="0">
                <a:solidFill>
                  <a:schemeClr val="tx1"/>
                </a:solidFill>
              </a:rPr>
              <a:t>6. write(B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>
                <a:solidFill>
                  <a:schemeClr val="tx1"/>
                </a:solidFill>
              </a:rPr>
              <a:t>Isolation can be ensured trivially by running transactions </a:t>
            </a:r>
            <a:r>
              <a:rPr lang="en-IN" sz="2000" dirty="0">
                <a:solidFill>
                  <a:srgbClr val="FF0000"/>
                </a:solidFill>
              </a:rPr>
              <a:t>serially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</a:rPr>
              <a:t>That </a:t>
            </a:r>
            <a:r>
              <a:rPr lang="en-IN" sz="2000" dirty="0">
                <a:solidFill>
                  <a:schemeClr val="tx1"/>
                </a:solidFill>
              </a:rPr>
              <a:t>is, one after the other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>
                <a:solidFill>
                  <a:schemeClr val="tx1"/>
                </a:solidFill>
              </a:rPr>
              <a:t>However, executing multiple transactions concurrently has significant benefits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292040" y="2042280"/>
              <a:ext cx="6783480" cy="35467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0880" y="2034720"/>
                <a:ext cx="6804000" cy="356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185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5B53A-B855-4340-AB9E-68821E9A2CC4}"/>
              </a:ext>
            </a:extLst>
          </p:cNvPr>
          <p:cNvSpPr txBox="1"/>
          <p:nvPr/>
        </p:nvSpPr>
        <p:spPr>
          <a:xfrm>
            <a:off x="419878" y="430069"/>
            <a:ext cx="8304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defRPr/>
            </a:pPr>
            <a:r>
              <a:rPr kumimoji="1" lang="en-IN" altLang="en-US" sz="20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Required Properties of a Transaction</a:t>
            </a:r>
            <a:endParaRPr kumimoji="1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810436"/>
            <a:ext cx="9144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Durability requirement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>
                <a:solidFill>
                  <a:schemeClr val="tx1"/>
                </a:solidFill>
              </a:rPr>
              <a:t>Once the user has been notified that the transaction has completed (i.e., the transfer of the $50 has taken</a:t>
            </a:r>
          </a:p>
          <a:p>
            <a:r>
              <a:rPr lang="en-IN" sz="2000" dirty="0">
                <a:solidFill>
                  <a:schemeClr val="tx1"/>
                </a:solidFill>
              </a:rPr>
              <a:t>place), the updates to the database by the transaction must persist even if there are software or hardware</a:t>
            </a:r>
          </a:p>
          <a:p>
            <a:r>
              <a:rPr lang="en-IN" sz="2000" dirty="0">
                <a:solidFill>
                  <a:schemeClr val="tx1"/>
                </a:solidFill>
              </a:rPr>
              <a:t>failures</a:t>
            </a:r>
          </a:p>
          <a:p>
            <a:r>
              <a:rPr lang="en-IN" sz="2000" dirty="0">
                <a:solidFill>
                  <a:schemeClr val="tx1"/>
                </a:solidFill>
              </a:rPr>
              <a:t>Transaction to transfer $50 from account A to account B: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	1</a:t>
            </a:r>
            <a:r>
              <a:rPr lang="en-IN" sz="2000" dirty="0">
                <a:solidFill>
                  <a:schemeClr val="tx1"/>
                </a:solidFill>
              </a:rPr>
              <a:t>. read(A)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	2</a:t>
            </a:r>
            <a:r>
              <a:rPr lang="en-IN" sz="2000" dirty="0">
                <a:solidFill>
                  <a:schemeClr val="tx1"/>
                </a:solidFill>
              </a:rPr>
              <a:t>. A := A – 50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	3</a:t>
            </a:r>
            <a:r>
              <a:rPr lang="en-IN" sz="2000" dirty="0">
                <a:solidFill>
                  <a:schemeClr val="tx1"/>
                </a:solidFill>
              </a:rPr>
              <a:t>. write(A)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	4</a:t>
            </a:r>
            <a:r>
              <a:rPr lang="en-IN" sz="2000" dirty="0">
                <a:solidFill>
                  <a:schemeClr val="tx1"/>
                </a:solidFill>
              </a:rPr>
              <a:t>. read(B)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	5</a:t>
            </a:r>
            <a:r>
              <a:rPr lang="en-IN" sz="2000" dirty="0">
                <a:solidFill>
                  <a:schemeClr val="tx1"/>
                </a:solidFill>
              </a:rPr>
              <a:t>. B := B + 50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	6</a:t>
            </a:r>
            <a:r>
              <a:rPr lang="en-IN" sz="2000" dirty="0">
                <a:solidFill>
                  <a:schemeClr val="tx1"/>
                </a:solidFill>
              </a:rPr>
              <a:t>. write(B)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686600" y="1426680"/>
              <a:ext cx="6951600" cy="26870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1200" y="1422720"/>
                <a:ext cx="6960240" cy="270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074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5B53A-B855-4340-AB9E-68821E9A2CC4}"/>
              </a:ext>
            </a:extLst>
          </p:cNvPr>
          <p:cNvSpPr txBox="1"/>
          <p:nvPr/>
        </p:nvSpPr>
        <p:spPr>
          <a:xfrm>
            <a:off x="419878" y="414063"/>
            <a:ext cx="8304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defRPr/>
            </a:pPr>
            <a:r>
              <a:rPr kumimoji="1" lang="en-IN" altLang="en-US" sz="20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ACID Properties</a:t>
            </a:r>
            <a:endParaRPr kumimoji="1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810436"/>
            <a:ext cx="91440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A transaction is a unit of program execution that accesses and possibly updates various </a:t>
            </a:r>
            <a:r>
              <a:rPr lang="en-IN" sz="2000" dirty="0" smtClean="0">
                <a:solidFill>
                  <a:schemeClr val="tx1"/>
                </a:solidFill>
              </a:rPr>
              <a:t>data items</a:t>
            </a:r>
            <a:r>
              <a:rPr lang="en-IN" sz="2000" dirty="0">
                <a:solidFill>
                  <a:schemeClr val="tx1"/>
                </a:solidFill>
              </a:rPr>
              <a:t>. To preserve the integrity of data the database system must ensure:</a:t>
            </a:r>
          </a:p>
          <a:p>
            <a:r>
              <a:rPr lang="en-IN" sz="2000" b="1" dirty="0" smtClean="0">
                <a:solidFill>
                  <a:srgbClr val="FF0000"/>
                </a:solidFill>
              </a:rPr>
              <a:t>Atomicity</a:t>
            </a:r>
            <a:r>
              <a:rPr lang="en-IN" sz="2000" b="1" dirty="0">
                <a:solidFill>
                  <a:srgbClr val="FF0000"/>
                </a:solidFill>
              </a:rPr>
              <a:t>: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 Either </a:t>
            </a:r>
            <a:r>
              <a:rPr lang="en-IN" sz="2000" dirty="0">
                <a:solidFill>
                  <a:schemeClr val="tx1"/>
                </a:solidFill>
              </a:rPr>
              <a:t>all operations of the transaction are properly reflected in the database or none are</a:t>
            </a:r>
          </a:p>
          <a:p>
            <a:r>
              <a:rPr lang="en-IN" sz="2000" b="1" dirty="0" smtClean="0">
                <a:solidFill>
                  <a:srgbClr val="FF0000"/>
                </a:solidFill>
              </a:rPr>
              <a:t>Consistency</a:t>
            </a:r>
            <a:r>
              <a:rPr lang="en-IN" sz="2000" b="1" dirty="0">
                <a:solidFill>
                  <a:srgbClr val="FF0000"/>
                </a:solidFill>
              </a:rPr>
              <a:t>: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Execution </a:t>
            </a:r>
            <a:r>
              <a:rPr lang="en-IN" sz="2000" dirty="0">
                <a:solidFill>
                  <a:schemeClr val="tx1"/>
                </a:solidFill>
              </a:rPr>
              <a:t>of a transaction in isolation preserves the consistency of the database</a:t>
            </a:r>
          </a:p>
          <a:p>
            <a:r>
              <a:rPr lang="en-IN" sz="2000" b="1" dirty="0" smtClean="0">
                <a:solidFill>
                  <a:srgbClr val="FF0000"/>
                </a:solidFill>
              </a:rPr>
              <a:t>Isolation</a:t>
            </a:r>
            <a:r>
              <a:rPr lang="en-IN" sz="2000" b="1" dirty="0">
                <a:solidFill>
                  <a:srgbClr val="FF0000"/>
                </a:solidFill>
              </a:rPr>
              <a:t>:</a:t>
            </a:r>
          </a:p>
          <a:p>
            <a:pPr algn="just"/>
            <a:r>
              <a:rPr lang="en-IN" sz="2000" dirty="0" smtClean="0">
                <a:solidFill>
                  <a:schemeClr val="tx1"/>
                </a:solidFill>
              </a:rPr>
              <a:t> Although </a:t>
            </a:r>
            <a:r>
              <a:rPr lang="en-IN" sz="2000" dirty="0">
                <a:solidFill>
                  <a:schemeClr val="tx1"/>
                </a:solidFill>
              </a:rPr>
              <a:t>multiple transactions may execute concurrently, each transaction must be </a:t>
            </a:r>
            <a:r>
              <a:rPr lang="en-IN" sz="2000" dirty="0" smtClean="0">
                <a:solidFill>
                  <a:schemeClr val="tx1"/>
                </a:solidFill>
              </a:rPr>
              <a:t>unaware of </a:t>
            </a:r>
            <a:r>
              <a:rPr lang="en-IN" sz="2000" dirty="0">
                <a:solidFill>
                  <a:schemeClr val="tx1"/>
                </a:solidFill>
              </a:rPr>
              <a:t>other concurrently executing transactions. Intermediate transaction results must be </a:t>
            </a:r>
            <a:r>
              <a:rPr lang="en-IN" sz="2000" dirty="0" smtClean="0">
                <a:solidFill>
                  <a:schemeClr val="tx1"/>
                </a:solidFill>
              </a:rPr>
              <a:t>hidden from </a:t>
            </a:r>
            <a:r>
              <a:rPr lang="en-IN" sz="2000" dirty="0">
                <a:solidFill>
                  <a:schemeClr val="tx1"/>
                </a:solidFill>
              </a:rPr>
              <a:t>other concurrently executed </a:t>
            </a:r>
            <a:r>
              <a:rPr lang="en-IN" sz="2000" dirty="0" smtClean="0">
                <a:solidFill>
                  <a:schemeClr val="tx1"/>
                </a:solidFill>
              </a:rPr>
              <a:t>transactions . That </a:t>
            </a:r>
            <a:r>
              <a:rPr lang="en-IN" sz="2000" dirty="0">
                <a:solidFill>
                  <a:schemeClr val="tx1"/>
                </a:solidFill>
              </a:rPr>
              <a:t>is, for every pair of transactions </a:t>
            </a:r>
            <a:r>
              <a:rPr lang="en-IN" sz="2000" dirty="0" err="1">
                <a:solidFill>
                  <a:schemeClr val="tx1"/>
                </a:solidFill>
              </a:rPr>
              <a:t>Ti</a:t>
            </a:r>
            <a:r>
              <a:rPr lang="en-IN" sz="2000" dirty="0">
                <a:solidFill>
                  <a:schemeClr val="tx1"/>
                </a:solidFill>
              </a:rPr>
              <a:t> and </a:t>
            </a:r>
            <a:r>
              <a:rPr lang="en-IN" sz="2000" dirty="0" err="1" smtClean="0">
                <a:solidFill>
                  <a:schemeClr val="tx1"/>
                </a:solidFill>
              </a:rPr>
              <a:t>Tj</a:t>
            </a:r>
            <a:r>
              <a:rPr lang="en-IN" sz="2000" dirty="0" smtClean="0">
                <a:solidFill>
                  <a:schemeClr val="tx1"/>
                </a:solidFill>
              </a:rPr>
              <a:t> , </a:t>
            </a:r>
            <a:r>
              <a:rPr lang="en-IN" sz="2000" dirty="0">
                <a:solidFill>
                  <a:schemeClr val="tx1"/>
                </a:solidFill>
              </a:rPr>
              <a:t>it appears to </a:t>
            </a:r>
            <a:r>
              <a:rPr lang="en-IN" sz="2000" dirty="0" err="1">
                <a:solidFill>
                  <a:schemeClr val="tx1"/>
                </a:solidFill>
              </a:rPr>
              <a:t>Ti</a:t>
            </a:r>
            <a:r>
              <a:rPr lang="en-IN" sz="2000" dirty="0">
                <a:solidFill>
                  <a:schemeClr val="tx1"/>
                </a:solidFill>
              </a:rPr>
              <a:t> that either </a:t>
            </a:r>
            <a:r>
              <a:rPr lang="en-IN" sz="2000" dirty="0" err="1" smtClean="0">
                <a:solidFill>
                  <a:schemeClr val="tx1"/>
                </a:solidFill>
              </a:rPr>
              <a:t>Tj</a:t>
            </a:r>
            <a:r>
              <a:rPr lang="en-IN" sz="2000" dirty="0" smtClean="0">
                <a:solidFill>
                  <a:schemeClr val="tx1"/>
                </a:solidFill>
              </a:rPr>
              <a:t> , finished execution </a:t>
            </a:r>
            <a:r>
              <a:rPr lang="en-IN" sz="2000" dirty="0">
                <a:solidFill>
                  <a:schemeClr val="tx1"/>
                </a:solidFill>
              </a:rPr>
              <a:t>before </a:t>
            </a:r>
            <a:r>
              <a:rPr lang="en-IN" sz="2000" dirty="0" err="1">
                <a:solidFill>
                  <a:schemeClr val="tx1"/>
                </a:solidFill>
              </a:rPr>
              <a:t>Ti</a:t>
            </a:r>
            <a:r>
              <a:rPr lang="en-IN" sz="2000" dirty="0">
                <a:solidFill>
                  <a:schemeClr val="tx1"/>
                </a:solidFill>
              </a:rPr>
              <a:t> started, or </a:t>
            </a:r>
            <a:r>
              <a:rPr lang="en-IN" sz="2000" dirty="0" err="1">
                <a:solidFill>
                  <a:schemeClr val="tx1"/>
                </a:solidFill>
              </a:rPr>
              <a:t>Tj</a:t>
            </a:r>
            <a:r>
              <a:rPr lang="en-IN" sz="2000" dirty="0">
                <a:solidFill>
                  <a:schemeClr val="tx1"/>
                </a:solidFill>
              </a:rPr>
              <a:t> started execution after </a:t>
            </a:r>
            <a:r>
              <a:rPr lang="en-IN" sz="2000" dirty="0" err="1">
                <a:solidFill>
                  <a:schemeClr val="tx1"/>
                </a:solidFill>
              </a:rPr>
              <a:t>Ti</a:t>
            </a:r>
            <a:r>
              <a:rPr lang="en-IN" sz="2000" dirty="0">
                <a:solidFill>
                  <a:schemeClr val="tx1"/>
                </a:solidFill>
              </a:rPr>
              <a:t> finished</a:t>
            </a:r>
          </a:p>
          <a:p>
            <a:r>
              <a:rPr lang="en-IN" sz="2000" b="1" dirty="0" smtClean="0">
                <a:solidFill>
                  <a:srgbClr val="FF0000"/>
                </a:solidFill>
              </a:rPr>
              <a:t>Durability</a:t>
            </a:r>
            <a:r>
              <a:rPr lang="en-IN" sz="2000" dirty="0">
                <a:solidFill>
                  <a:schemeClr val="tx1"/>
                </a:solidFill>
              </a:rPr>
              <a:t>: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>
                <a:solidFill>
                  <a:schemeClr val="tx1"/>
                </a:solidFill>
              </a:rPr>
              <a:t>After a transaction completes successfully, the changes it has made to the database persist</a:t>
            </a:r>
            <a:r>
              <a:rPr lang="en-IN" sz="2000" dirty="0" smtClean="0">
                <a:solidFill>
                  <a:schemeClr val="tx1"/>
                </a:solidFill>
              </a:rPr>
              <a:t>, even </a:t>
            </a:r>
            <a:r>
              <a:rPr lang="en-IN" sz="2000" dirty="0">
                <a:solidFill>
                  <a:schemeClr val="tx1"/>
                </a:solidFill>
              </a:rPr>
              <a:t>if there are system failures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22640" y="2408040"/>
              <a:ext cx="8119080" cy="42955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4360" y="2405160"/>
                <a:ext cx="8130600" cy="430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153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5B53A-B855-4340-AB9E-68821E9A2CC4}"/>
              </a:ext>
            </a:extLst>
          </p:cNvPr>
          <p:cNvSpPr txBox="1"/>
          <p:nvPr/>
        </p:nvSpPr>
        <p:spPr>
          <a:xfrm>
            <a:off x="419878" y="715005"/>
            <a:ext cx="8304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defRPr/>
            </a:pPr>
            <a:r>
              <a:rPr kumimoji="1" lang="en-IN" altLang="en-US" sz="20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ACID Properties</a:t>
            </a:r>
            <a:endParaRPr kumimoji="1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5" descr="C:\Users\Smile\Desktop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43" y="1428449"/>
            <a:ext cx="7961313" cy="388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1965960" y="3048480"/>
              <a:ext cx="897480" cy="18349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8760" y="3045600"/>
                <a:ext cx="908280" cy="184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170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5B53A-B855-4340-AB9E-68821E9A2CC4}"/>
              </a:ext>
            </a:extLst>
          </p:cNvPr>
          <p:cNvSpPr txBox="1"/>
          <p:nvPr/>
        </p:nvSpPr>
        <p:spPr>
          <a:xfrm>
            <a:off x="419878" y="715005"/>
            <a:ext cx="8304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defRPr/>
            </a:pPr>
            <a:r>
              <a:rPr kumimoji="1" lang="en-IN" altLang="en-US" sz="20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TRANSACTION STATE</a:t>
            </a:r>
            <a:endParaRPr kumimoji="1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object 3"/>
          <p:cNvSpPr txBox="1">
            <a:spLocks noChangeArrowheads="1"/>
          </p:cNvSpPr>
          <p:nvPr/>
        </p:nvSpPr>
        <p:spPr bwMode="auto">
          <a:xfrm>
            <a:off x="228600" y="1254125"/>
            <a:ext cx="8610600" cy="574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6034" rIns="0" bIns="0">
            <a:spAutoFit/>
          </a:bodyPr>
          <a:lstStyle>
            <a:lvl1pPr marL="355600" indent="-342900">
              <a:tabLst>
                <a:tab pos="354013" algn="l"/>
                <a:tab pos="3556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tabLst>
                <a:tab pos="354013" algn="l"/>
                <a:tab pos="3556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tabLst>
                <a:tab pos="354013" algn="l"/>
                <a:tab pos="3556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tabLst>
                <a:tab pos="354013" algn="l"/>
                <a:tab pos="3556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tabLst>
                <a:tab pos="354013" algn="l"/>
                <a:tab pos="3556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200"/>
              </a:spcBef>
              <a:buClr>
                <a:srgbClr val="CC3300"/>
              </a:buClr>
              <a:buSzPct val="89000"/>
              <a:buFont typeface="Arial" pitchFamily="34" charset="0"/>
              <a:buChar char="•"/>
            </a:pPr>
            <a:r>
              <a:rPr lang="en-US" altLang="en-US" sz="2000" b="1" dirty="0">
                <a:latin typeface="Arial" pitchFamily="34" charset="0"/>
                <a:cs typeface="Arial" pitchFamily="34" charset="0"/>
              </a:rPr>
              <a:t>Active</a:t>
            </a:r>
            <a:r>
              <a:rPr lang="en-US" altLang="en-US" sz="2000" dirty="0">
                <a:latin typeface="Arial" pitchFamily="34" charset="0"/>
                <a:cs typeface="Arial" pitchFamily="34" charset="0"/>
              </a:rPr>
              <a:t>, the initial state; the transaction stays in this state  while it is executing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buClr>
                <a:srgbClr val="CC3300"/>
              </a:buClr>
              <a:buSzPct val="89000"/>
              <a:buFont typeface="Arial" pitchFamily="34" charset="0"/>
              <a:buChar char="•"/>
            </a:pPr>
            <a:r>
              <a:rPr lang="en-US" altLang="en-US" sz="2000" b="1" dirty="0">
                <a:latin typeface="Arial" pitchFamily="34" charset="0"/>
                <a:cs typeface="Arial" pitchFamily="34" charset="0"/>
              </a:rPr>
              <a:t>Partially committed</a:t>
            </a:r>
            <a:r>
              <a:rPr lang="en-US" altLang="en-US" sz="2000" dirty="0">
                <a:latin typeface="Arial" pitchFamily="34" charset="0"/>
                <a:cs typeface="Arial" pitchFamily="34" charset="0"/>
              </a:rPr>
              <a:t>, after the final statement has been  executed.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buClr>
                <a:srgbClr val="CC3300"/>
              </a:buClr>
              <a:buSzPct val="89000"/>
              <a:buFont typeface="Arial" pitchFamily="34" charset="0"/>
              <a:buChar char="•"/>
            </a:pPr>
            <a:r>
              <a:rPr lang="en-US" altLang="en-US" sz="2000" b="1" dirty="0">
                <a:latin typeface="Arial" pitchFamily="34" charset="0"/>
                <a:cs typeface="Arial" pitchFamily="34" charset="0"/>
              </a:rPr>
              <a:t>Failed</a:t>
            </a:r>
            <a:r>
              <a:rPr lang="en-US" altLang="en-US" sz="2000" dirty="0">
                <a:latin typeface="Arial" pitchFamily="34" charset="0"/>
                <a:cs typeface="Arial" pitchFamily="34" charset="0"/>
              </a:rPr>
              <a:t>, after the discovery that normal execution can no  longer proceed.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buClr>
                <a:srgbClr val="CC3300"/>
              </a:buClr>
              <a:buSzPct val="89000"/>
              <a:buFont typeface="Arial" pitchFamily="34" charset="0"/>
              <a:buChar char="•"/>
            </a:pPr>
            <a:r>
              <a:rPr lang="en-US" altLang="en-US" sz="2000" b="1" dirty="0">
                <a:latin typeface="Arial" pitchFamily="34" charset="0"/>
                <a:cs typeface="Arial" pitchFamily="34" charset="0"/>
              </a:rPr>
              <a:t>Aborted</a:t>
            </a:r>
            <a:r>
              <a:rPr lang="en-US" altLang="en-US" sz="2000" dirty="0">
                <a:latin typeface="Arial" pitchFamily="34" charset="0"/>
                <a:cs typeface="Arial" pitchFamily="34" charset="0"/>
              </a:rPr>
              <a:t>, after the transaction has been rolled back and the  database restored to its state prior to the start of the  transaction.	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buClr>
                <a:srgbClr val="CC3300"/>
              </a:buClr>
              <a:buSzPct val="89000"/>
              <a:buFont typeface="Arial" pitchFamily="34" charset="0"/>
              <a:buChar char="•"/>
            </a:pPr>
            <a:r>
              <a:rPr lang="en-US" altLang="en-US" sz="2000" dirty="0">
                <a:latin typeface="Arial" pitchFamily="34" charset="0"/>
                <a:cs typeface="Arial" pitchFamily="34" charset="0"/>
              </a:rPr>
              <a:t>Two options after it has been aborted: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buClr>
                <a:srgbClr val="CC3300"/>
              </a:buClr>
              <a:buSzPct val="89000"/>
            </a:pPr>
            <a:r>
              <a:rPr lang="en-US" altLang="en-US" sz="2000" dirty="0">
                <a:latin typeface="Arial" pitchFamily="34" charset="0"/>
                <a:cs typeface="Arial" pitchFamily="34" charset="0"/>
              </a:rPr>
              <a:t>🟊 restart the transaction – only if no internal logical error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buClr>
                <a:srgbClr val="CC3300"/>
              </a:buClr>
              <a:buSzPct val="89000"/>
            </a:pPr>
            <a:r>
              <a:rPr lang="en-US" altLang="en-US" sz="2000" dirty="0">
                <a:latin typeface="Arial" pitchFamily="34" charset="0"/>
                <a:cs typeface="Arial" pitchFamily="34" charset="0"/>
              </a:rPr>
              <a:t>🟊 kill the transaction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buClr>
                <a:srgbClr val="CC3300"/>
              </a:buClr>
              <a:buSzPct val="89000"/>
              <a:buFont typeface="Arial" pitchFamily="34" charset="0"/>
              <a:buChar char="•"/>
            </a:pPr>
            <a:r>
              <a:rPr lang="en-US" altLang="en-US" sz="2000" b="1" dirty="0">
                <a:latin typeface="Arial" pitchFamily="34" charset="0"/>
                <a:cs typeface="Arial" pitchFamily="34" charset="0"/>
              </a:rPr>
              <a:t>Committed</a:t>
            </a:r>
            <a:r>
              <a:rPr lang="en-US" altLang="en-US" sz="2000" dirty="0">
                <a:latin typeface="Arial" pitchFamily="34" charset="0"/>
                <a:cs typeface="Arial" pitchFamily="34" charset="0"/>
              </a:rPr>
              <a:t>, after successful completion.</a:t>
            </a:r>
          </a:p>
          <a:p>
            <a:pPr algn="just">
              <a:lnSpc>
                <a:spcPct val="150000"/>
              </a:lnSpc>
              <a:spcBef>
                <a:spcPts val="200"/>
              </a:spcBef>
              <a:buClr>
                <a:srgbClr val="CC3300"/>
              </a:buClr>
              <a:buSzPct val="89000"/>
              <a:buFont typeface="Arial" pitchFamily="34" charset="0"/>
              <a:buChar char="•"/>
            </a:pPr>
            <a:endParaRPr lang="en-US" altLang="en-US" sz="20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437040" y="1650240"/>
              <a:ext cx="8468280" cy="45352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0920" y="1645560"/>
                <a:ext cx="8477640" cy="454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361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5B53A-B855-4340-AB9E-68821E9A2CC4}"/>
              </a:ext>
            </a:extLst>
          </p:cNvPr>
          <p:cNvSpPr txBox="1"/>
          <p:nvPr/>
        </p:nvSpPr>
        <p:spPr>
          <a:xfrm>
            <a:off x="419878" y="715005"/>
            <a:ext cx="8304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defRPr/>
            </a:pPr>
            <a:r>
              <a:rPr kumimoji="1" lang="en-IN" altLang="en-US" sz="20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TRANSACTION STATE</a:t>
            </a:r>
            <a:endParaRPr kumimoji="1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574" y="1469600"/>
            <a:ext cx="6915055" cy="4190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2416680" y="801360"/>
              <a:ext cx="3739680" cy="3764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7320" y="794520"/>
                <a:ext cx="3755520" cy="378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6949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5B53A-B855-4340-AB9E-68821E9A2CC4}"/>
              </a:ext>
            </a:extLst>
          </p:cNvPr>
          <p:cNvSpPr txBox="1"/>
          <p:nvPr/>
        </p:nvSpPr>
        <p:spPr>
          <a:xfrm>
            <a:off x="419878" y="715005"/>
            <a:ext cx="8304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defRPr/>
            </a:pPr>
            <a:r>
              <a:rPr kumimoji="1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Concurrent Executions</a:t>
            </a:r>
            <a:endParaRPr kumimoji="1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7699" y="1390994"/>
            <a:ext cx="895880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000" dirty="0">
                <a:ea typeface="ＭＳ Ｐゴシック" pitchFamily="34" charset="-128"/>
              </a:rPr>
              <a:t>Multiple transactions are allowed to run concurrently in the system.  Advantages are: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b="1" dirty="0">
                <a:ea typeface="ＭＳ Ｐゴシック" pitchFamily="34" charset="-128"/>
              </a:rPr>
              <a:t>Increased processor and disk utilization</a:t>
            </a:r>
            <a:r>
              <a:rPr lang="en-US" altLang="en-US" sz="2000" dirty="0">
                <a:ea typeface="ＭＳ Ｐゴシック" pitchFamily="34" charset="-128"/>
              </a:rPr>
              <a:t>, leading to better transaction </a:t>
            </a:r>
            <a:r>
              <a:rPr lang="en-US" altLang="en-US" sz="2000" i="1" dirty="0">
                <a:ea typeface="ＭＳ Ｐゴシック" pitchFamily="34" charset="-128"/>
              </a:rPr>
              <a:t>throughput </a:t>
            </a:r>
            <a:r>
              <a:rPr lang="en-US" altLang="en-US" sz="2000" dirty="0">
                <a:ea typeface="ＭＳ Ｐゴシック" pitchFamily="34" charset="-128"/>
              </a:rPr>
              <a:t>E.g. one transaction can be using the CPU while another is reading from or writing to the disk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b="1" dirty="0">
                <a:ea typeface="ＭＳ Ｐゴシック" pitchFamily="34" charset="-128"/>
              </a:rPr>
              <a:t>Reduced average response time</a:t>
            </a:r>
            <a:r>
              <a:rPr lang="en-US" altLang="en-US" sz="2000" dirty="0">
                <a:ea typeface="ＭＳ Ｐゴシック" pitchFamily="34" charset="-128"/>
              </a:rPr>
              <a:t> for transactions: short transactions need not wait behind long ones.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000" b="1" dirty="0">
                <a:solidFill>
                  <a:srgbClr val="000099"/>
                </a:solidFill>
                <a:ea typeface="ＭＳ Ｐゴシック" pitchFamily="34" charset="-128"/>
              </a:rPr>
              <a:t>Concurrency control schemes</a:t>
            </a:r>
            <a:r>
              <a:rPr lang="en-US" altLang="en-US" sz="2000" i="1" dirty="0">
                <a:ea typeface="ＭＳ Ｐゴシック" pitchFamily="34" charset="-128"/>
              </a:rPr>
              <a:t> </a:t>
            </a:r>
            <a:r>
              <a:rPr lang="en-US" altLang="en-US" sz="2000" dirty="0">
                <a:ea typeface="ＭＳ Ｐゴシック" pitchFamily="34" charset="-128"/>
              </a:rPr>
              <a:t>– mechanisms  to achieve isolation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dirty="0">
                <a:ea typeface="ＭＳ Ｐゴシック" pitchFamily="34" charset="-128"/>
              </a:rPr>
              <a:t>Prevent them from destroying the consistency of the database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55520" y="1090800"/>
              <a:ext cx="6839640" cy="3213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960" y="1082880"/>
                <a:ext cx="6850080" cy="322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480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5B53A-B855-4340-AB9E-68821E9A2CC4}"/>
              </a:ext>
            </a:extLst>
          </p:cNvPr>
          <p:cNvSpPr txBox="1"/>
          <p:nvPr/>
        </p:nvSpPr>
        <p:spPr>
          <a:xfrm>
            <a:off x="419878" y="715005"/>
            <a:ext cx="8304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defRPr/>
            </a:pPr>
            <a:r>
              <a:rPr kumimoji="1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Concurrent Executions</a:t>
            </a:r>
            <a:endParaRPr kumimoji="1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82563" y="1106488"/>
            <a:ext cx="8961437" cy="498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/>
            <a:r>
              <a:rPr lang="en-US" altLang="en-US" sz="2000" b="1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Schedule </a:t>
            </a: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– a sequences of instructions that specify the chronological order in which instructions of concurrent transactions are executed</a:t>
            </a:r>
          </a:p>
          <a:p>
            <a:pPr lvl="1" algn="just"/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A schedule for a set of transactions must consist of all instructions of those transactions</a:t>
            </a:r>
          </a:p>
          <a:p>
            <a:pPr lvl="1" algn="just"/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Must preserve the order in which the instructions appear in each individual transaction.</a:t>
            </a:r>
          </a:p>
          <a:p>
            <a:pPr lvl="1" algn="just"/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A transaction that successfully completes its execution will have a </a:t>
            </a:r>
            <a:r>
              <a:rPr lang="en-US" altLang="en-US" sz="2000" b="1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commit</a:t>
            </a: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 instructions as the last statement </a:t>
            </a:r>
          </a:p>
          <a:p>
            <a:pPr lvl="1" algn="just"/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By default transaction assumed to execute commit instruction as its last step</a:t>
            </a:r>
          </a:p>
          <a:p>
            <a:pPr lvl="1" algn="just"/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A transaction that fails to successfully complete its execution will have an </a:t>
            </a:r>
            <a:r>
              <a:rPr lang="en-US" altLang="en-US" sz="2000" b="1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abort</a:t>
            </a: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 instruction as the last statement </a:t>
            </a:r>
          </a:p>
        </p:txBody>
      </p:sp>
    </p:spTree>
    <p:extLst>
      <p:ext uri="{BB962C8B-B14F-4D97-AF65-F5344CB8AC3E}">
        <p14:creationId xmlns:p14="http://schemas.microsoft.com/office/powerpoint/2010/main" val="74517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9205" y="2280213"/>
            <a:ext cx="22107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T1: read(A); </a:t>
            </a:r>
            <a:endParaRPr lang="en-IN" sz="2000" dirty="0" smtClean="0"/>
          </a:p>
          <a:p>
            <a:r>
              <a:rPr lang="en-IN" sz="2000" dirty="0"/>
              <a:t> </a:t>
            </a:r>
            <a:r>
              <a:rPr lang="en-IN" sz="2000" dirty="0" smtClean="0"/>
              <a:t>     A </a:t>
            </a:r>
            <a:r>
              <a:rPr lang="en-IN" sz="2000" dirty="0"/>
              <a:t>:= A − 50</a:t>
            </a:r>
            <a:r>
              <a:rPr lang="en-IN" sz="2000" dirty="0" smtClean="0"/>
              <a:t>;</a:t>
            </a:r>
          </a:p>
          <a:p>
            <a:r>
              <a:rPr lang="en-IN" sz="2000" dirty="0" smtClean="0"/>
              <a:t>      write(A);</a:t>
            </a:r>
          </a:p>
          <a:p>
            <a:r>
              <a:rPr lang="en-IN" sz="2000" dirty="0" smtClean="0"/>
              <a:t>      read(B</a:t>
            </a:r>
            <a:r>
              <a:rPr lang="en-IN" sz="2000" dirty="0"/>
              <a:t>); </a:t>
            </a:r>
            <a:endParaRPr lang="en-IN" sz="2000" dirty="0" smtClean="0"/>
          </a:p>
          <a:p>
            <a:r>
              <a:rPr lang="en-IN" sz="2000" dirty="0" smtClean="0"/>
              <a:t>      B </a:t>
            </a:r>
            <a:r>
              <a:rPr lang="en-IN" sz="2000" dirty="0"/>
              <a:t>:= B + 50; </a:t>
            </a:r>
            <a:endParaRPr lang="en-IN" sz="2000" dirty="0" smtClean="0"/>
          </a:p>
          <a:p>
            <a:r>
              <a:rPr lang="en-IN" sz="2000" dirty="0" smtClean="0"/>
              <a:t>      write(B</a:t>
            </a:r>
            <a:r>
              <a:rPr lang="en-IN" sz="2000" dirty="0"/>
              <a:t>).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08649" y="2322438"/>
            <a:ext cx="309363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T2: read(A); </a:t>
            </a:r>
            <a:endParaRPr lang="en-IN" sz="2000" dirty="0" smtClean="0"/>
          </a:p>
          <a:p>
            <a:r>
              <a:rPr lang="en-IN" sz="2000" dirty="0"/>
              <a:t> </a:t>
            </a:r>
            <a:r>
              <a:rPr lang="en-IN" sz="2000" dirty="0" smtClean="0"/>
              <a:t>      temp </a:t>
            </a:r>
            <a:r>
              <a:rPr lang="en-IN" sz="2000" dirty="0"/>
              <a:t>:= A * 0.1; </a:t>
            </a:r>
            <a:endParaRPr lang="en-IN" sz="2000" dirty="0" smtClean="0"/>
          </a:p>
          <a:p>
            <a:r>
              <a:rPr lang="en-IN" sz="2000" dirty="0"/>
              <a:t> </a:t>
            </a:r>
            <a:r>
              <a:rPr lang="en-IN" sz="2000" dirty="0" smtClean="0"/>
              <a:t>      A </a:t>
            </a:r>
            <a:r>
              <a:rPr lang="en-IN" sz="2000" dirty="0"/>
              <a:t>:= A − temp; </a:t>
            </a:r>
            <a:endParaRPr lang="en-IN" sz="2000" dirty="0" smtClean="0"/>
          </a:p>
          <a:p>
            <a:r>
              <a:rPr lang="en-IN" sz="2000" dirty="0"/>
              <a:t> </a:t>
            </a:r>
            <a:r>
              <a:rPr lang="en-IN" sz="2000" dirty="0" smtClean="0"/>
              <a:t>      write(A</a:t>
            </a:r>
            <a:r>
              <a:rPr lang="en-IN" sz="2000" dirty="0"/>
              <a:t>); </a:t>
            </a:r>
            <a:endParaRPr lang="en-IN" sz="2000" dirty="0" smtClean="0"/>
          </a:p>
          <a:p>
            <a:r>
              <a:rPr lang="en-IN" sz="2000" dirty="0"/>
              <a:t> </a:t>
            </a:r>
            <a:r>
              <a:rPr lang="en-IN" sz="2000" dirty="0" smtClean="0"/>
              <a:t>       read(B</a:t>
            </a:r>
            <a:r>
              <a:rPr lang="en-IN" sz="2000" dirty="0"/>
              <a:t>); </a:t>
            </a:r>
            <a:endParaRPr lang="en-IN" sz="2000" dirty="0" smtClean="0"/>
          </a:p>
          <a:p>
            <a:r>
              <a:rPr lang="en-IN" sz="2000" dirty="0"/>
              <a:t> </a:t>
            </a:r>
            <a:r>
              <a:rPr lang="en-IN" sz="2000" dirty="0" smtClean="0"/>
              <a:t>       B </a:t>
            </a:r>
            <a:r>
              <a:rPr lang="en-IN" sz="2000" dirty="0"/>
              <a:t>:= B + temp; </a:t>
            </a:r>
            <a:endParaRPr lang="en-IN" sz="2000" dirty="0" smtClean="0"/>
          </a:p>
          <a:p>
            <a:r>
              <a:rPr lang="en-IN" sz="2000" dirty="0"/>
              <a:t> </a:t>
            </a:r>
            <a:r>
              <a:rPr lang="en-IN" sz="2000" dirty="0" smtClean="0"/>
              <a:t>       write(B</a:t>
            </a:r>
            <a:r>
              <a:rPr lang="en-IN" sz="2000" dirty="0"/>
              <a:t>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34144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IN" sz="2000" b="1" dirty="0" smtClean="0">
                <a:solidFill>
                  <a:srgbClr val="FF0000"/>
                </a:solidFill>
              </a:rPr>
              <a:t>Transaction </a:t>
            </a:r>
            <a:r>
              <a:rPr lang="en-IN" sz="2000" b="1" dirty="0">
                <a:solidFill>
                  <a:srgbClr val="FF0000"/>
                </a:solidFill>
              </a:rPr>
              <a:t>T1 transfers $50 from account A to account B. </a:t>
            </a:r>
          </a:p>
        </p:txBody>
      </p:sp>
      <p:sp>
        <p:nvSpPr>
          <p:cNvPr id="5" name="Rectangle 4"/>
          <p:cNvSpPr/>
          <p:nvPr/>
        </p:nvSpPr>
        <p:spPr>
          <a:xfrm>
            <a:off x="4797706" y="4926477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Transaction T2 transfers 10 percent of the balance from account A to account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85B53A-B855-4340-AB9E-68821E9A2CC4}"/>
              </a:ext>
            </a:extLst>
          </p:cNvPr>
          <p:cNvSpPr txBox="1"/>
          <p:nvPr/>
        </p:nvSpPr>
        <p:spPr>
          <a:xfrm>
            <a:off x="419878" y="715005"/>
            <a:ext cx="8304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defRPr/>
            </a:pPr>
            <a:r>
              <a:rPr kumimoji="1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Concurrent Executions</a:t>
            </a:r>
            <a:endParaRPr kumimoji="1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19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65125" y="255176"/>
            <a:ext cx="7886700" cy="88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en-US" sz="2400" b="1" smtClean="0">
                <a:solidFill>
                  <a:srgbClr val="C00000"/>
                </a:solidFill>
                <a:latin typeface="+mn-lt"/>
              </a:rPr>
              <a:t>Schedule 1</a:t>
            </a:r>
            <a:endParaRPr lang="en-US" altLang="en-US" sz="2400" b="1" dirty="0" smtClean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352425" y="1093789"/>
            <a:ext cx="8664575" cy="93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Let </a:t>
            </a:r>
            <a:r>
              <a:rPr lang="en-US" altLang="en-US" sz="2000" i="1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T</a:t>
            </a:r>
            <a:r>
              <a:rPr lang="en-US" altLang="en-US" sz="2000" baseline="-25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1</a:t>
            </a: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 transfer $50 from </a:t>
            </a:r>
            <a:r>
              <a:rPr lang="en-US" altLang="en-US" sz="2000" i="1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A </a:t>
            </a: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to </a:t>
            </a:r>
            <a:r>
              <a:rPr lang="en-US" altLang="en-US" sz="2000" i="1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B</a:t>
            </a: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, and </a:t>
            </a:r>
            <a:r>
              <a:rPr lang="en-US" altLang="en-US" sz="2000" i="1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T</a:t>
            </a:r>
            <a:r>
              <a:rPr lang="en-US" altLang="en-US" sz="2000" baseline="-25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2</a:t>
            </a: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 transfer 10% of the balance from </a:t>
            </a:r>
            <a:r>
              <a:rPr lang="en-US" altLang="en-US" sz="2000" i="1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A </a:t>
            </a: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to </a:t>
            </a:r>
            <a:r>
              <a:rPr lang="en-US" altLang="en-US" sz="2000" i="1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B.</a:t>
            </a: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   An example of a  </a:t>
            </a:r>
            <a:r>
              <a:rPr lang="en-US" altLang="en-US" sz="2000" b="1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serial </a:t>
            </a: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schedule in which </a:t>
            </a:r>
            <a:r>
              <a:rPr lang="en-US" altLang="en-US" sz="2000" i="1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T</a:t>
            </a:r>
            <a:r>
              <a:rPr lang="en-US" altLang="en-US" sz="2000" baseline="-25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1</a:t>
            </a: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 is followed by </a:t>
            </a:r>
            <a:r>
              <a:rPr lang="en-US" altLang="en-US" sz="2000" i="1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T</a:t>
            </a:r>
            <a:r>
              <a:rPr lang="en-US" altLang="en-US" sz="2000" baseline="-25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2</a:t>
            </a: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 :</a:t>
            </a:r>
          </a:p>
          <a:p>
            <a:pPr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2000" dirty="0" smtClean="0">
                <a:solidFill>
                  <a:schemeClr val="tx1"/>
                </a:solidFill>
                <a:latin typeface="+mn-lt"/>
                <a:ea typeface="ＭＳ Ｐゴシック" pitchFamily="34" charset="-128"/>
              </a:rPr>
              <a:t>		</a:t>
            </a:r>
          </a:p>
        </p:txBody>
      </p:sp>
      <p:pic>
        <p:nvPicPr>
          <p:cNvPr id="13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25" y="2200275"/>
            <a:ext cx="3476625" cy="435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650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374775" y="103188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en-US" sz="2000" b="1" dirty="0" smtClean="0">
                <a:solidFill>
                  <a:srgbClr val="C00000"/>
                </a:solidFill>
                <a:latin typeface="+mn-lt"/>
              </a:rPr>
              <a:t>Schedule 2</a:t>
            </a:r>
          </a:p>
        </p:txBody>
      </p:sp>
      <p:sp>
        <p:nvSpPr>
          <p:cNvPr id="9" name="Rectangle 3">
            <a:extLst/>
          </p:cNvPr>
          <p:cNvSpPr txBox="1">
            <a:spLocks noChangeArrowheads="1"/>
          </p:cNvSpPr>
          <p:nvPr/>
        </p:nvSpPr>
        <p:spPr>
          <a:xfrm>
            <a:off x="814388" y="1093788"/>
            <a:ext cx="7945437" cy="118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Font typeface="Arial" pitchFamily="34" charset="0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  <a:defRPr/>
            </a:pPr>
            <a:r>
              <a:rPr lang="en-US" altLang="en-US" sz="2000" smtClean="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rPr>
              <a:t>A </a:t>
            </a:r>
            <a:r>
              <a:rPr lang="en-US" altLang="en-US" sz="2000" b="1" smtClean="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rPr>
              <a:t>serial</a:t>
            </a:r>
            <a:r>
              <a:rPr lang="en-US" altLang="en-US" sz="2000" smtClean="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rPr>
              <a:t> schedule in which </a:t>
            </a:r>
            <a:r>
              <a:rPr lang="en-US" altLang="en-US" sz="2000" i="1" smtClean="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rPr>
              <a:t>T</a:t>
            </a:r>
            <a:r>
              <a:rPr lang="en-US" altLang="en-US" sz="2000" baseline="-25000" smtClean="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rPr>
              <a:t>2</a:t>
            </a:r>
            <a:r>
              <a:rPr lang="en-US" altLang="en-US" sz="2000" smtClean="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rPr>
              <a:t> is followed by </a:t>
            </a:r>
            <a:r>
              <a:rPr lang="en-US" altLang="en-US" sz="2000" i="1" smtClean="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rPr>
              <a:t>T</a:t>
            </a:r>
            <a:r>
              <a:rPr lang="en-US" altLang="en-US" sz="2000" baseline="-25000" smtClean="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rPr>
              <a:t>1</a:t>
            </a:r>
            <a:r>
              <a:rPr lang="en-US" altLang="en-US" sz="2000" smtClean="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rPr>
              <a:t> :</a:t>
            </a:r>
          </a:p>
          <a:p>
            <a:pPr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  <a:defRPr/>
            </a:pPr>
            <a:r>
              <a:rPr lang="en-US" altLang="en-US" sz="2000" smtClean="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rPr>
              <a:t>		</a:t>
            </a:r>
            <a:endParaRPr lang="en-US" altLang="en-US" sz="2000" dirty="0">
              <a:solidFill>
                <a:schemeClr val="tx1"/>
              </a:solidFill>
              <a:latin typeface="+mn-lt"/>
              <a:ea typeface="ＭＳ Ｐゴシック" panose="020B0600070205080204" pitchFamily="34" charset="-128"/>
            </a:endParaRPr>
          </a:p>
        </p:txBody>
      </p:sp>
      <p:pic>
        <p:nvPicPr>
          <p:cNvPr id="11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08" y="1601667"/>
            <a:ext cx="3230562" cy="402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600370" y="1586714"/>
            <a:ext cx="515945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When the database system executes several transactions concurrently, the corresponding schedule no longer needs to be serial. </a:t>
            </a:r>
            <a:endParaRPr lang="en-IN" sz="20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smtClean="0"/>
              <a:t>If </a:t>
            </a:r>
            <a:r>
              <a:rPr lang="en-IN" sz="2000" dirty="0"/>
              <a:t>two transactions are running concurrently, the operating system may execute one transaction for a little while, then perform a context switch, execute the second transaction for some time, and then switch back to the first transaction for some time, and so on. </a:t>
            </a:r>
            <a:endParaRPr lang="en-IN" sz="20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smtClean="0"/>
              <a:t>With </a:t>
            </a:r>
            <a:r>
              <a:rPr lang="en-IN" sz="2000" dirty="0"/>
              <a:t>multiple transactions, the CPU time is shared among all the transactions</a:t>
            </a:r>
          </a:p>
        </p:txBody>
      </p:sp>
    </p:spTree>
    <p:extLst>
      <p:ext uri="{BB962C8B-B14F-4D97-AF65-F5344CB8AC3E}">
        <p14:creationId xmlns:p14="http://schemas.microsoft.com/office/powerpoint/2010/main" val="415508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25434" y="541176"/>
            <a:ext cx="3075771" cy="523696"/>
          </a:xfrm>
        </p:spPr>
        <p:txBody>
          <a:bodyPr/>
          <a:lstStyle/>
          <a:p>
            <a:pPr eaLnBrk="1" hangingPunct="1"/>
            <a:r>
              <a:rPr lang="en-US" altLang="en-US" sz="2400" b="1" dirty="0" smtClean="0">
                <a:solidFill>
                  <a:srgbClr val="C00000"/>
                </a:solidFill>
                <a:latin typeface="+mn-lt"/>
              </a:rPr>
              <a:t>Schedule 3</a:t>
            </a:r>
          </a:p>
        </p:txBody>
      </p:sp>
      <p:sp>
        <p:nvSpPr>
          <p:cNvPr id="27651" name="Rectangle 4"/>
          <p:cNvSpPr>
            <a:spLocks noGrp="1" noChangeArrowheads="1"/>
          </p:cNvSpPr>
          <p:nvPr>
            <p:ph idx="1"/>
          </p:nvPr>
        </p:nvSpPr>
        <p:spPr>
          <a:xfrm>
            <a:off x="0" y="1082214"/>
            <a:ext cx="8580437" cy="873908"/>
          </a:xfrm>
        </p:spPr>
        <p:txBody>
          <a:bodyPr>
            <a:noAutofit/>
          </a:bodyPr>
          <a:lstStyle/>
          <a:p>
            <a:pPr eaLnBrk="1" hangingPunct="1"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2000" dirty="0" smtClean="0">
                <a:latin typeface="+mn-lt"/>
                <a:ea typeface="ＭＳ Ｐゴシック" pitchFamily="34" charset="-128"/>
              </a:rPr>
              <a:t>Let </a:t>
            </a:r>
            <a:r>
              <a:rPr lang="en-US" altLang="en-US" sz="2000" i="1" dirty="0" smtClean="0">
                <a:latin typeface="+mn-lt"/>
                <a:ea typeface="ＭＳ Ｐゴシック" pitchFamily="34" charset="-128"/>
              </a:rPr>
              <a:t>T</a:t>
            </a:r>
            <a:r>
              <a:rPr lang="en-US" altLang="en-US" sz="2000" baseline="-25000" dirty="0" smtClean="0">
                <a:latin typeface="+mn-lt"/>
                <a:ea typeface="ＭＳ Ｐゴシック" pitchFamily="34" charset="-128"/>
              </a:rPr>
              <a:t>1</a:t>
            </a:r>
            <a:r>
              <a:rPr lang="en-US" altLang="en-US" sz="2000" dirty="0" smtClean="0">
                <a:latin typeface="+mn-lt"/>
                <a:ea typeface="ＭＳ Ｐゴシック" pitchFamily="34" charset="-128"/>
              </a:rPr>
              <a:t> and </a:t>
            </a:r>
            <a:r>
              <a:rPr lang="en-US" altLang="en-US" sz="2000" i="1" dirty="0" smtClean="0">
                <a:latin typeface="+mn-lt"/>
                <a:ea typeface="ＭＳ Ｐゴシック" pitchFamily="34" charset="-128"/>
              </a:rPr>
              <a:t>T</a:t>
            </a:r>
            <a:r>
              <a:rPr lang="en-US" altLang="en-US" sz="2000" baseline="-25000" dirty="0" smtClean="0">
                <a:latin typeface="+mn-lt"/>
                <a:ea typeface="ＭＳ Ｐゴシック" pitchFamily="34" charset="-128"/>
              </a:rPr>
              <a:t>2</a:t>
            </a:r>
            <a:r>
              <a:rPr lang="en-US" altLang="en-US" sz="2000" dirty="0" smtClean="0">
                <a:latin typeface="+mn-lt"/>
                <a:ea typeface="ＭＳ Ｐゴシック" pitchFamily="34" charset="-128"/>
              </a:rPr>
              <a:t> be the transactions defined previously</a:t>
            </a:r>
            <a:r>
              <a:rPr lang="en-US" altLang="en-US" sz="2000" i="1" dirty="0" smtClean="0">
                <a:latin typeface="+mn-lt"/>
                <a:ea typeface="ＭＳ Ｐゴシック" pitchFamily="34" charset="-128"/>
              </a:rPr>
              <a:t>.</a:t>
            </a:r>
            <a:r>
              <a:rPr lang="en-US" altLang="en-US" sz="2000" dirty="0" smtClean="0">
                <a:latin typeface="+mn-lt"/>
                <a:ea typeface="ＭＳ Ｐゴシック" pitchFamily="34" charset="-128"/>
              </a:rPr>
              <a:t>  The following schedule is not a serial schedule, but it is </a:t>
            </a:r>
            <a:r>
              <a:rPr lang="en-US" altLang="en-US" sz="2000" b="1" dirty="0" smtClean="0">
                <a:solidFill>
                  <a:srgbClr val="000099"/>
                </a:solidFill>
                <a:latin typeface="+mn-lt"/>
                <a:ea typeface="ＭＳ Ｐゴシック" pitchFamily="34" charset="-128"/>
              </a:rPr>
              <a:t>equivalent</a:t>
            </a:r>
            <a:r>
              <a:rPr lang="en-US" altLang="en-US" sz="2000" dirty="0" smtClean="0">
                <a:solidFill>
                  <a:srgbClr val="000099"/>
                </a:solidFill>
                <a:latin typeface="+mn-lt"/>
                <a:ea typeface="ＭＳ Ｐゴシック" pitchFamily="34" charset="-128"/>
              </a:rPr>
              <a:t> </a:t>
            </a:r>
            <a:r>
              <a:rPr lang="en-US" altLang="en-US" sz="2000" dirty="0" smtClean="0">
                <a:latin typeface="+mn-lt"/>
                <a:ea typeface="ＭＳ Ｐゴシック" pitchFamily="34" charset="-128"/>
              </a:rPr>
              <a:t>to Schedule 1.</a:t>
            </a:r>
          </a:p>
          <a:p>
            <a:pPr eaLnBrk="1" hangingPunct="1"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2000" dirty="0" smtClean="0">
                <a:latin typeface="+mn-lt"/>
                <a:ea typeface="ＭＳ Ｐゴシック" pitchFamily="34" charset="-128"/>
              </a:rPr>
              <a:t>		</a:t>
            </a:r>
            <a:endParaRPr lang="en-US" altLang="en-US" sz="2000" i="1" dirty="0" smtClean="0">
              <a:latin typeface="+mn-lt"/>
              <a:ea typeface="ＭＳ Ｐゴシック" pitchFamily="34" charset="-128"/>
            </a:endParaRPr>
          </a:p>
        </p:txBody>
      </p:sp>
      <p:pic>
        <p:nvPicPr>
          <p:cNvPr id="27652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560" y="2058004"/>
            <a:ext cx="3173413" cy="3012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10090"/>
            <a:ext cx="2932113" cy="290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Rectangle 1"/>
          <p:cNvSpPr>
            <a:spLocks noChangeArrowheads="1"/>
          </p:cNvSpPr>
          <p:nvPr/>
        </p:nvSpPr>
        <p:spPr bwMode="auto">
          <a:xfrm>
            <a:off x="4836731" y="5384599"/>
            <a:ext cx="15392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 3</a:t>
            </a:r>
            <a:endParaRPr lang="en-I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5" name="Rectangle 2"/>
          <p:cNvSpPr>
            <a:spLocks noChangeArrowheads="1"/>
          </p:cNvSpPr>
          <p:nvPr/>
        </p:nvSpPr>
        <p:spPr bwMode="auto">
          <a:xfrm>
            <a:off x="1617422" y="5384178"/>
            <a:ext cx="15392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 1</a:t>
            </a:r>
            <a:endParaRPr lang="en-I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6326973" y="2055714"/>
            <a:ext cx="264340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rgbClr val="C00000"/>
                </a:solidFill>
              </a:rPr>
              <a:t>After this execution takes place, we arrive at the same state as the one in which the transactions are executed serially in the order T1 followed by T2</a:t>
            </a:r>
            <a:r>
              <a:rPr lang="en-IN" sz="2000" dirty="0" smtClean="0">
                <a:solidFill>
                  <a:srgbClr val="C00000"/>
                </a:solidFill>
              </a:rPr>
              <a:t>.</a:t>
            </a:r>
          </a:p>
          <a:p>
            <a:pPr algn="just"/>
            <a:endParaRPr lang="en-IN" sz="2000" dirty="0" smtClean="0">
              <a:solidFill>
                <a:srgbClr val="C00000"/>
              </a:solidFill>
            </a:endParaRPr>
          </a:p>
          <a:p>
            <a:pPr algn="just"/>
            <a:r>
              <a:rPr lang="en-IN" sz="2000" dirty="0" smtClean="0">
                <a:solidFill>
                  <a:srgbClr val="C00000"/>
                </a:solidFill>
              </a:rPr>
              <a:t>The </a:t>
            </a:r>
            <a:r>
              <a:rPr lang="en-IN" sz="2000" dirty="0">
                <a:solidFill>
                  <a:srgbClr val="C00000"/>
                </a:solidFill>
              </a:rPr>
              <a:t>sum A + B is indeed preserved.</a:t>
            </a:r>
          </a:p>
        </p:txBody>
      </p:sp>
    </p:spTree>
    <p:extLst>
      <p:ext uri="{BB962C8B-B14F-4D97-AF65-F5344CB8AC3E}">
        <p14:creationId xmlns:p14="http://schemas.microsoft.com/office/powerpoint/2010/main" val="130259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816561" y="487633"/>
            <a:ext cx="3126491" cy="535271"/>
          </a:xfrm>
        </p:spPr>
        <p:txBody>
          <a:bodyPr/>
          <a:lstStyle/>
          <a:p>
            <a:pPr algn="ctr" eaLnBrk="1" hangingPunct="1"/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 4</a:t>
            </a:r>
          </a:p>
        </p:txBody>
      </p:sp>
      <p:sp>
        <p:nvSpPr>
          <p:cNvPr id="28675" name="Rectangle 4"/>
          <p:cNvSpPr>
            <a:spLocks noGrp="1" noChangeArrowheads="1"/>
          </p:cNvSpPr>
          <p:nvPr>
            <p:ph idx="1"/>
          </p:nvPr>
        </p:nvSpPr>
        <p:spPr>
          <a:xfrm>
            <a:off x="0" y="954891"/>
            <a:ext cx="6134582" cy="720725"/>
          </a:xfrm>
        </p:spPr>
        <p:txBody>
          <a:bodyPr>
            <a:normAutofit lnSpcReduction="10000"/>
          </a:bodyPr>
          <a:lstStyle/>
          <a:p>
            <a:pPr eaLnBrk="1" hangingPunct="1"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2000" dirty="0" smtClean="0">
                <a:latin typeface="+mn-lt"/>
                <a:ea typeface="ＭＳ Ｐゴシック" pitchFamily="34" charset="-128"/>
              </a:rPr>
              <a:t>The following concurrent schedule does not preserve the sum  of  “</a:t>
            </a:r>
            <a:r>
              <a:rPr lang="en-US" altLang="en-US" sz="2000" i="1" dirty="0" smtClean="0">
                <a:latin typeface="+mn-lt"/>
                <a:ea typeface="ＭＳ Ｐゴシック" pitchFamily="34" charset="-128"/>
              </a:rPr>
              <a:t>A </a:t>
            </a:r>
            <a:r>
              <a:rPr lang="en-US" altLang="en-US" sz="2000" dirty="0" smtClean="0">
                <a:latin typeface="+mn-lt"/>
                <a:ea typeface="ＭＳ Ｐゴシック" pitchFamily="34" charset="-128"/>
              </a:rPr>
              <a:t>+ </a:t>
            </a:r>
            <a:r>
              <a:rPr lang="en-US" altLang="en-US" sz="2000" i="1" dirty="0" smtClean="0">
                <a:latin typeface="+mn-lt"/>
                <a:ea typeface="ＭＳ Ｐゴシック" pitchFamily="34" charset="-128"/>
              </a:rPr>
              <a:t>B</a:t>
            </a:r>
            <a:r>
              <a:rPr lang="en-US" altLang="en-US" sz="2000" dirty="0" smtClean="0">
                <a:latin typeface="+mn-lt"/>
                <a:ea typeface="ＭＳ Ｐゴシック" pitchFamily="34" charset="-128"/>
              </a:rPr>
              <a:t>”			</a:t>
            </a:r>
            <a:endParaRPr lang="en-US" altLang="en-US" sz="2000" i="1" dirty="0" smtClean="0">
              <a:latin typeface="+mn-lt"/>
              <a:ea typeface="ＭＳ Ｐゴシック" pitchFamily="34" charset="-128"/>
            </a:endParaRPr>
          </a:p>
        </p:txBody>
      </p:sp>
      <p:pic>
        <p:nvPicPr>
          <p:cNvPr id="28676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667" y="1814513"/>
            <a:ext cx="3313112" cy="413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4513"/>
            <a:ext cx="3379807" cy="413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 23IT201- DATABASE MANAGEMENT SYSTEMS</a:t>
            </a: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6785779" y="594639"/>
            <a:ext cx="2286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800" dirty="0">
                <a:solidFill>
                  <a:srgbClr val="C00000"/>
                </a:solidFill>
              </a:rPr>
              <a:t>After the execution of this schedule, we arrive at a state where the final values of accounts A and B are $950 and $2100, respectively. </a:t>
            </a:r>
            <a:endParaRPr lang="en-IN" sz="1800" dirty="0" smtClean="0">
              <a:solidFill>
                <a:srgbClr val="C00000"/>
              </a:solidFill>
            </a:endParaRPr>
          </a:p>
          <a:p>
            <a:pPr algn="just"/>
            <a:endParaRPr lang="en-IN" sz="1800" dirty="0" smtClean="0">
              <a:solidFill>
                <a:srgbClr val="C00000"/>
              </a:solidFill>
            </a:endParaRPr>
          </a:p>
          <a:p>
            <a:pPr algn="just"/>
            <a:r>
              <a:rPr lang="en-IN" sz="1800" dirty="0" smtClean="0">
                <a:solidFill>
                  <a:srgbClr val="C00000"/>
                </a:solidFill>
              </a:rPr>
              <a:t>This </a:t>
            </a:r>
            <a:r>
              <a:rPr lang="en-IN" sz="1800" dirty="0">
                <a:solidFill>
                  <a:srgbClr val="C00000"/>
                </a:solidFill>
              </a:rPr>
              <a:t>final state is an inconsistent state, since we have gained $50 in the process of the concurrent execution. </a:t>
            </a:r>
            <a:endParaRPr lang="en-IN" sz="1800" dirty="0" smtClean="0">
              <a:solidFill>
                <a:srgbClr val="C00000"/>
              </a:solidFill>
            </a:endParaRPr>
          </a:p>
          <a:p>
            <a:pPr algn="just"/>
            <a:endParaRPr lang="en-IN" sz="1800" dirty="0" smtClean="0">
              <a:solidFill>
                <a:srgbClr val="C00000"/>
              </a:solidFill>
            </a:endParaRPr>
          </a:p>
          <a:p>
            <a:pPr algn="just"/>
            <a:r>
              <a:rPr lang="en-IN" sz="1800" dirty="0" smtClean="0">
                <a:solidFill>
                  <a:srgbClr val="C00000"/>
                </a:solidFill>
              </a:rPr>
              <a:t>Indeed</a:t>
            </a:r>
            <a:r>
              <a:rPr lang="en-IN" sz="1800" dirty="0">
                <a:solidFill>
                  <a:srgbClr val="C00000"/>
                </a:solidFill>
              </a:rPr>
              <a:t>, the sum A + B is not preserved by the execution of the two transactions.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582088" y="6123935"/>
            <a:ext cx="15392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0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 4</a:t>
            </a:r>
            <a:endParaRPr lang="en-I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362779" y="6123514"/>
            <a:ext cx="15392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 1</a:t>
            </a:r>
            <a:endParaRPr lang="en-I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840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1747</TotalTime>
  <Words>1413</Words>
  <Application>Microsoft Office PowerPoint</Application>
  <PresentationFormat>On-screen Show (4:3)</PresentationFormat>
  <Paragraphs>225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ＭＳ Ｐゴシック</vt:lpstr>
      <vt:lpstr>Arial</vt:lpstr>
      <vt:lpstr>Calibri</vt:lpstr>
      <vt:lpstr>Monotype Sorts</vt:lpstr>
      <vt:lpstr>Times New Roman</vt:lpstr>
      <vt:lpstr>Wingdings</vt:lpstr>
      <vt:lpstr>Office Theme</vt:lpstr>
      <vt:lpstr>Course Code: 20CS401 Course Title: Database Management Systems  Academic Year: 2024 - 2025 (Even Sem)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Schedule 3</vt:lpstr>
      <vt:lpstr>Schedule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Code: 20CS401 Course Title: Database Management Systems Faculty Name: Dr.R.Nithiavathy Academic Year: 2021 - 2022 (Even Sem)</dc:title>
  <dc:creator>Dell</dc:creator>
  <cp:lastModifiedBy>user</cp:lastModifiedBy>
  <cp:revision>103</cp:revision>
  <dcterms:modified xsi:type="dcterms:W3CDTF">2025-03-10T04:01:53Z</dcterms:modified>
</cp:coreProperties>
</file>