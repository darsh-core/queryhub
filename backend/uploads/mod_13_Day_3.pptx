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5E89-9B3A-58E6-7001-DAD5CB467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F0F76-3DEC-9C42-14D0-62348D09F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713D5-E980-23E7-F4F8-9AB8C8E9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62922-3F4A-CAC3-B8B2-44BA5C7B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AD2E-0F57-505D-887D-708D01B4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D00E-5216-EE6A-6DEE-1FC27F1F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C758-DED0-C327-D4FB-8CEF6B50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F87FE-6932-E3EE-BEED-5D914990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A3D8-30EF-09BC-00B3-3359C99F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8D23F-58B9-BEA6-BA93-959BD46C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F5D7-088D-556C-6A92-D68903E2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81459-46EC-2AEF-83DE-4F146D9C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9B7A-78D5-10FF-4D36-6BAD031E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48A0-01D7-0244-6588-B447E50A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14D54-D41E-2397-BBC3-C269F899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04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55EC-95A1-35A2-B60C-CF20B5B3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57C8D-2055-102E-7E04-22FF29D62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ED9C4-4149-FC7B-9AE4-0D2E4995A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0B814-C9A3-7487-229A-9DE511D9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B7A3E-C990-13B7-264E-6E3F086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81CF6-1504-C064-D126-6B64A9C2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9BD9-6060-4275-B944-0948F4D6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1E66F-8E8E-933B-102F-6DCF6FC0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F2D74-DF19-4EC7-FDAF-84B2AA77C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E8CFB-2E9D-A526-F4A6-0C99356B5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18EC2-EC0F-E0C2-12EF-37900488D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73643-3F1F-0C31-F98A-4D8F66C6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E7781-F3D8-0AB0-59E6-0284C528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A5F50-50CC-082E-4440-432CF016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4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58E2-97F6-FE7F-082A-A86288A3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5449A-A734-5FD1-4147-5E55DC71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FD0E9-F23B-4BB1-B434-F5732DFD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F7D9A-3294-4F8A-4346-95492E43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E170A-71DB-4CB5-1442-84978FD7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3FC7B-B5E5-3C38-E792-015208DE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1FA9-71B5-E33B-D973-27FE901E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2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C4799-D03C-4911-F604-19E19882B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43A6-CD0F-3026-B7C7-FC21A44BF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77DE2-A874-234A-CE56-908B62C55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8FED7-4D59-AC01-1E8F-C4AE11A4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588A1-620D-6306-E7F2-430E932C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781FE-640F-57EE-3ECD-51664F4A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6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2249-1346-DD06-BF45-CB390A52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BFC01-F42E-45F1-1C2F-63C6735D6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EAE2B-63CF-FD07-FAD8-F05999BD3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3C95E-897B-93A2-5814-007CA1AD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ED592-AFD1-B4AA-86A7-7CCD4D2A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5C3A-6EC1-1E13-9C02-190E7219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01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3E0A-F8C3-FB49-3071-F5B7956F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8BEF-1343-4759-8492-6AACB1EFA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5333-B351-7CE6-3B99-985F73DE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534E-D8CD-0DED-F886-E359A084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CA321-D536-682E-5C20-27E8B3D5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8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3E83A-9BF7-3950-2AE0-2A55C956D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78EB8-BA27-E012-7D30-541F6D57C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98EDC-11A6-9BB2-35E3-71338773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C865-2352-BD15-DD1B-9BF1C912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07219-D696-DCCF-812F-4D7BE2F0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450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17675" y="2491181"/>
            <a:ext cx="865695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73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1BBFA-069A-84D1-88EA-7E9956EB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BECDB-B7FB-9F76-5968-126519EBB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CBC9-4D55-F383-F6CA-27AE45234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BEDF1-D788-386A-2379-98EF3514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319B-389A-54BA-0C7D-BCDD23BF1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12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38235"/>
                </a:solidFill>
              </a:rPr>
              <a:t>23CS201</a:t>
            </a:r>
            <a:r>
              <a:rPr sz="3200" spc="-2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-Data</a:t>
            </a:r>
            <a:r>
              <a:rPr sz="3200" spc="-7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Structures</a:t>
            </a:r>
            <a:r>
              <a:rPr sz="3200" spc="-7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and</a:t>
            </a:r>
            <a:r>
              <a:rPr sz="3200" spc="-65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Algorithms</a:t>
            </a:r>
            <a:r>
              <a:rPr sz="3200" spc="-10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using</a:t>
            </a:r>
            <a:r>
              <a:rPr sz="3200" spc="-70" dirty="0">
                <a:solidFill>
                  <a:srgbClr val="538235"/>
                </a:solidFill>
              </a:rPr>
              <a:t> </a:t>
            </a:r>
            <a:r>
              <a:rPr sz="3200" spc="-25" dirty="0">
                <a:solidFill>
                  <a:srgbClr val="538235"/>
                </a:solidFill>
              </a:rPr>
              <a:t>C++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4806822" y="3400171"/>
            <a:ext cx="2346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Study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Doubly</a:t>
            </a:r>
            <a:r>
              <a:rPr spc="-85" dirty="0"/>
              <a:t> </a:t>
            </a:r>
            <a:r>
              <a:rPr dirty="0"/>
              <a:t>Linked</a:t>
            </a:r>
            <a:r>
              <a:rPr spc="-80" dirty="0"/>
              <a:t> </a:t>
            </a:r>
            <a:r>
              <a:rPr spc="-20" dirty="0"/>
              <a:t>List: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048875" cy="21659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105410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doubly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dirty="0">
                <a:latin typeface="Calibri"/>
                <a:cs typeface="Calibri"/>
              </a:rPr>
              <a:t>node,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references: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two-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movement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list, 	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versatile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movement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4556759"/>
            <a:ext cx="8735568" cy="10759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Structure</a:t>
            </a:r>
            <a:r>
              <a:rPr spc="-4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Doubly</a:t>
            </a:r>
            <a:r>
              <a:rPr spc="-85" dirty="0"/>
              <a:t> </a:t>
            </a:r>
            <a:r>
              <a:rPr dirty="0"/>
              <a:t>Linked</a:t>
            </a:r>
            <a:r>
              <a:rPr spc="-65" dirty="0"/>
              <a:t> </a:t>
            </a:r>
            <a:r>
              <a:rPr spc="-10" dirty="0"/>
              <a:t>List: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4579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structure,</a:t>
            </a:r>
            <a:r>
              <a:rPr spc="-7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doubly</a:t>
            </a:r>
            <a:r>
              <a:rPr spc="-40" dirty="0"/>
              <a:t> </a:t>
            </a:r>
            <a:r>
              <a:rPr dirty="0"/>
              <a:t>linked</a:t>
            </a:r>
            <a:r>
              <a:rPr spc="-60" dirty="0"/>
              <a:t> </a:t>
            </a:r>
            <a:r>
              <a:rPr dirty="0"/>
              <a:t>list</a:t>
            </a:r>
            <a:r>
              <a:rPr spc="-6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20" dirty="0"/>
              <a:t>represented</a:t>
            </a:r>
            <a:r>
              <a:rPr spc="-45" dirty="0"/>
              <a:t> </a:t>
            </a:r>
            <a:r>
              <a:rPr dirty="0"/>
              <a:t>using</a:t>
            </a:r>
            <a:r>
              <a:rPr spc="-45" dirty="0"/>
              <a:t> </a:t>
            </a:r>
            <a:r>
              <a:rPr dirty="0"/>
              <a:t>nodes</a:t>
            </a:r>
            <a:r>
              <a:rPr spc="-40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have</a:t>
            </a:r>
            <a:r>
              <a:rPr spc="-50" dirty="0"/>
              <a:t> </a:t>
            </a:r>
            <a:r>
              <a:rPr spc="-10" dirty="0"/>
              <a:t>three 	fields:</a:t>
            </a:r>
          </a:p>
          <a:p>
            <a:pPr marL="240029" indent="-227329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029" algn="l"/>
              </a:tabLst>
            </a:pPr>
            <a:r>
              <a:rPr spc="-20" dirty="0"/>
              <a:t>Data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</a:t>
            </a:r>
            <a:r>
              <a:rPr spc="-50" dirty="0"/>
              <a:t> </a:t>
            </a:r>
            <a:r>
              <a:rPr dirty="0"/>
              <a:t>pointer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next</a:t>
            </a:r>
            <a:r>
              <a:rPr spc="-5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spc="-10" dirty="0"/>
              <a:t>(next)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</a:t>
            </a:r>
            <a:r>
              <a:rPr spc="-70" dirty="0"/>
              <a:t> </a:t>
            </a:r>
            <a:r>
              <a:rPr dirty="0"/>
              <a:t>pointer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previous</a:t>
            </a:r>
            <a:r>
              <a:rPr spc="-4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spc="-10" dirty="0"/>
              <a:t>(prev)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5976" y="4447032"/>
            <a:ext cx="4725513" cy="1325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Working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Doubly</a:t>
            </a:r>
            <a:r>
              <a:rPr spc="-60" dirty="0"/>
              <a:t> </a:t>
            </a:r>
            <a:r>
              <a:rPr dirty="0"/>
              <a:t>Linked</a:t>
            </a:r>
            <a:r>
              <a:rPr spc="-60" dirty="0"/>
              <a:t> </a:t>
            </a:r>
            <a:r>
              <a:rPr spc="-10" dirty="0"/>
              <a:t>List: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Doubly</a:t>
            </a:r>
            <a:r>
              <a:rPr spc="-45" dirty="0"/>
              <a:t> </a:t>
            </a:r>
            <a:r>
              <a:rPr dirty="0"/>
              <a:t>linked</a:t>
            </a:r>
            <a:r>
              <a:rPr spc="-65" dirty="0"/>
              <a:t> </a:t>
            </a:r>
            <a:r>
              <a:rPr dirty="0"/>
              <a:t>list</a:t>
            </a:r>
            <a:r>
              <a:rPr spc="-6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contains</a:t>
            </a:r>
            <a:r>
              <a:rPr spc="-60" dirty="0"/>
              <a:t> </a:t>
            </a:r>
            <a:r>
              <a:rPr dirty="0"/>
              <a:t>three</a:t>
            </a:r>
            <a:r>
              <a:rPr spc="-45" dirty="0"/>
              <a:t> </a:t>
            </a:r>
            <a:r>
              <a:rPr spc="-10" dirty="0"/>
              <a:t>fields: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Left</a:t>
            </a:r>
            <a:r>
              <a:rPr spc="-55" dirty="0"/>
              <a:t> </a:t>
            </a:r>
            <a:r>
              <a:rPr spc="-10" dirty="0"/>
              <a:t>pointer,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pc="-10" dirty="0"/>
              <a:t>Information</a:t>
            </a:r>
            <a:r>
              <a:rPr spc="-30" dirty="0"/>
              <a:t> </a:t>
            </a:r>
            <a:r>
              <a:rPr spc="-25" dirty="0"/>
              <a:t>and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Right</a:t>
            </a:r>
            <a:r>
              <a:rPr spc="-50" dirty="0"/>
              <a:t> </a:t>
            </a:r>
            <a:r>
              <a:rPr spc="-10" dirty="0"/>
              <a:t>pointer.</a:t>
            </a: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left</a:t>
            </a:r>
            <a:r>
              <a:rPr spc="-50" dirty="0"/>
              <a:t> </a:t>
            </a:r>
            <a:r>
              <a:rPr dirty="0"/>
              <a:t>pointer</a:t>
            </a:r>
            <a:r>
              <a:rPr spc="-40" dirty="0"/>
              <a:t> </a:t>
            </a:r>
            <a:r>
              <a:rPr dirty="0"/>
              <a:t>points</a:t>
            </a:r>
            <a:r>
              <a:rPr spc="-5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which</a:t>
            </a:r>
            <a:r>
              <a:rPr spc="-6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0" dirty="0"/>
              <a:t>before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current</a:t>
            </a:r>
            <a:r>
              <a:rPr spc="-6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right 	</a:t>
            </a:r>
            <a:r>
              <a:rPr dirty="0"/>
              <a:t>pointer</a:t>
            </a:r>
            <a:r>
              <a:rPr spc="-55" dirty="0"/>
              <a:t> </a:t>
            </a:r>
            <a:r>
              <a:rPr dirty="0"/>
              <a:t>points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after</a:t>
            </a:r>
            <a:r>
              <a:rPr spc="-6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current</a:t>
            </a:r>
            <a:r>
              <a:rPr spc="-70" dirty="0"/>
              <a:t> </a:t>
            </a:r>
            <a:r>
              <a:rPr spc="-10" dirty="0"/>
              <a:t>node.</a:t>
            </a:r>
          </a:p>
          <a:p>
            <a:pPr marL="240029" marR="22225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Doubly</a:t>
            </a:r>
            <a:r>
              <a:rPr spc="-45" dirty="0"/>
              <a:t> </a:t>
            </a:r>
            <a:r>
              <a:rPr dirty="0"/>
              <a:t>linked</a:t>
            </a:r>
            <a:r>
              <a:rPr spc="-60" dirty="0"/>
              <a:t> </a:t>
            </a:r>
            <a:r>
              <a:rPr dirty="0"/>
              <a:t>list</a:t>
            </a:r>
            <a:r>
              <a:rPr spc="-65" dirty="0"/>
              <a:t> </a:t>
            </a:r>
            <a:r>
              <a:rPr dirty="0"/>
              <a:t>allows</a:t>
            </a:r>
            <a:r>
              <a:rPr spc="-50" dirty="0"/>
              <a:t> </a:t>
            </a:r>
            <a:r>
              <a:rPr dirty="0"/>
              <a:t>backward</a:t>
            </a:r>
            <a:r>
              <a:rPr spc="-80" dirty="0"/>
              <a:t> </a:t>
            </a:r>
            <a:r>
              <a:rPr spc="-10" dirty="0"/>
              <a:t>traversing</a:t>
            </a:r>
            <a:r>
              <a:rPr spc="-65" dirty="0"/>
              <a:t> </a:t>
            </a:r>
            <a:r>
              <a:rPr dirty="0"/>
              <a:t>if</a:t>
            </a:r>
            <a:r>
              <a:rPr spc="-55" dirty="0"/>
              <a:t> </a:t>
            </a:r>
            <a:r>
              <a:rPr spc="-10" dirty="0"/>
              <a:t>required.</a:t>
            </a:r>
            <a:r>
              <a:rPr spc="-50" dirty="0"/>
              <a:t> </a:t>
            </a:r>
            <a:r>
              <a:rPr dirty="0"/>
              <a:t>All</a:t>
            </a:r>
            <a:r>
              <a:rPr spc="-65" dirty="0"/>
              <a:t> </a:t>
            </a:r>
            <a:r>
              <a:rPr dirty="0"/>
              <a:t>other</a:t>
            </a:r>
            <a:r>
              <a:rPr spc="-55" dirty="0"/>
              <a:t> </a:t>
            </a:r>
            <a:r>
              <a:rPr dirty="0"/>
              <a:t>functions</a:t>
            </a:r>
            <a:r>
              <a:rPr spc="-50" dirty="0"/>
              <a:t> </a:t>
            </a:r>
            <a:r>
              <a:rPr spc="-25" dirty="0"/>
              <a:t>are 	</a:t>
            </a:r>
            <a:r>
              <a:rPr dirty="0"/>
              <a:t>similar</a:t>
            </a:r>
            <a:r>
              <a:rPr spc="-7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linked</a:t>
            </a:r>
            <a:r>
              <a:rPr spc="-55" dirty="0"/>
              <a:t> </a:t>
            </a:r>
            <a:r>
              <a:rPr spc="-20" dirty="0"/>
              <a:t>list.</a:t>
            </a:r>
          </a:p>
          <a:p>
            <a:pPr marL="240029" marR="41910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It</a:t>
            </a:r>
            <a:r>
              <a:rPr spc="-6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20" dirty="0"/>
              <a:t>different</a:t>
            </a:r>
            <a:r>
              <a:rPr spc="-4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normal</a:t>
            </a:r>
            <a:r>
              <a:rPr spc="-50" dirty="0"/>
              <a:t> </a:t>
            </a:r>
            <a:r>
              <a:rPr dirty="0"/>
              <a:t>linked</a:t>
            </a:r>
            <a:r>
              <a:rPr spc="-55" dirty="0"/>
              <a:t> </a:t>
            </a:r>
            <a:r>
              <a:rPr dirty="0"/>
              <a:t>list</a:t>
            </a:r>
            <a:r>
              <a:rPr spc="-55" dirty="0"/>
              <a:t> </a:t>
            </a:r>
            <a:r>
              <a:rPr dirty="0"/>
              <a:t>by</a:t>
            </a:r>
            <a:r>
              <a:rPr spc="-40" dirty="0"/>
              <a:t> </a:t>
            </a:r>
            <a:r>
              <a:rPr dirty="0"/>
              <a:t>allowing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bidirectional</a:t>
            </a:r>
            <a:r>
              <a:rPr spc="-55" dirty="0"/>
              <a:t> </a:t>
            </a:r>
            <a:r>
              <a:rPr spc="-10" dirty="0"/>
              <a:t>traversal 	</a:t>
            </a:r>
            <a:r>
              <a:rPr dirty="0"/>
              <a:t>which</a:t>
            </a:r>
            <a:r>
              <a:rPr spc="-5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turn</a:t>
            </a:r>
            <a:r>
              <a:rPr spc="-40" dirty="0"/>
              <a:t> </a:t>
            </a:r>
            <a:r>
              <a:rPr dirty="0"/>
              <a:t>reduces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dirty="0"/>
              <a:t>complexity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spc="-10" dirty="0"/>
              <a:t>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Characteristics</a:t>
            </a:r>
            <a:r>
              <a:rPr spc="-3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doubly</a:t>
            </a:r>
            <a:r>
              <a:rPr spc="-70" dirty="0"/>
              <a:t> </a:t>
            </a:r>
            <a:r>
              <a:rPr dirty="0"/>
              <a:t>linked</a:t>
            </a:r>
            <a:r>
              <a:rPr spc="-55" dirty="0"/>
              <a:t> </a:t>
            </a:r>
            <a:r>
              <a:rPr spc="-10" dirty="0"/>
              <a:t>list: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313035" cy="42265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606425" indent="-227329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pointers: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one 	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240029" marR="388620" indent="-227329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node’s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node’s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 	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null.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traversed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forward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backward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450"/>
              </a:lnSpc>
              <a:spcBef>
                <a:spcPts val="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adjusted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removed.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Insertions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constant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beginning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450"/>
              </a:lnSpc>
              <a:spcBef>
                <a:spcPts val="1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O(n)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complexity,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240029" marR="285750" indent="-227329">
              <a:lnSpc>
                <a:spcPct val="700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two 	</a:t>
            </a:r>
            <a:r>
              <a:rPr sz="2400" spc="-10" dirty="0">
                <a:latin typeface="Calibri"/>
                <a:cs typeface="Calibri"/>
              </a:rPr>
              <a:t>pointers.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/>
              <a:t>Memory</a:t>
            </a:r>
            <a:r>
              <a:rPr spc="-60" dirty="0"/>
              <a:t> </a:t>
            </a:r>
            <a:r>
              <a:rPr spc="-20" dirty="0"/>
              <a:t>Representation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doubly</a:t>
            </a:r>
            <a:r>
              <a:rPr spc="-75" dirty="0"/>
              <a:t> </a:t>
            </a:r>
            <a:r>
              <a:rPr dirty="0"/>
              <a:t>linked</a:t>
            </a:r>
            <a:r>
              <a:rPr spc="-40" dirty="0"/>
              <a:t> </a:t>
            </a:r>
            <a:r>
              <a:rPr spc="-20" dirty="0"/>
              <a:t>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183" y="1825751"/>
            <a:ext cx="5564124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Operations: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1764" y="1825751"/>
            <a:ext cx="8348471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Applications: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45795" rIns="0" bIns="0" rtlCol="0">
            <a:spAutoFit/>
          </a:bodyPr>
          <a:lstStyle/>
          <a:p>
            <a:pPr marL="240029" marR="64325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Doubly</a:t>
            </a:r>
            <a:r>
              <a:rPr spc="-50" dirty="0"/>
              <a:t> </a:t>
            </a:r>
            <a:r>
              <a:rPr dirty="0"/>
              <a:t>linked</a:t>
            </a:r>
            <a:r>
              <a:rPr spc="-70" dirty="0"/>
              <a:t> </a:t>
            </a:r>
            <a:r>
              <a:rPr dirty="0"/>
              <a:t>list</a:t>
            </a:r>
            <a:r>
              <a:rPr spc="-7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navigation</a:t>
            </a:r>
            <a:r>
              <a:rPr spc="-70" dirty="0"/>
              <a:t> </a:t>
            </a:r>
            <a:r>
              <a:rPr spc="-10" dirty="0"/>
              <a:t>systems</a:t>
            </a:r>
            <a:r>
              <a:rPr spc="-75" dirty="0"/>
              <a:t> </a:t>
            </a: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both</a:t>
            </a:r>
            <a:r>
              <a:rPr spc="-55" dirty="0"/>
              <a:t> </a:t>
            </a:r>
            <a:r>
              <a:rPr spc="-10" dirty="0"/>
              <a:t>forward</a:t>
            </a:r>
            <a:r>
              <a:rPr spc="-60" dirty="0"/>
              <a:t> </a:t>
            </a:r>
            <a:r>
              <a:rPr spc="-25" dirty="0"/>
              <a:t>and 	</a:t>
            </a:r>
            <a:r>
              <a:rPr dirty="0"/>
              <a:t>backward</a:t>
            </a:r>
            <a:r>
              <a:rPr spc="-85" dirty="0"/>
              <a:t> </a:t>
            </a:r>
            <a:r>
              <a:rPr spc="-10" dirty="0"/>
              <a:t>traversal</a:t>
            </a:r>
            <a:r>
              <a:rPr spc="-7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required.</a:t>
            </a:r>
          </a:p>
          <a:p>
            <a:pPr marL="240029" indent="-227329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spc="-6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implement</a:t>
            </a:r>
            <a:r>
              <a:rPr spc="-70" dirty="0"/>
              <a:t> </a:t>
            </a:r>
            <a:r>
              <a:rPr spc="-20" dirty="0"/>
              <a:t>different</a:t>
            </a:r>
            <a:r>
              <a:rPr spc="-40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spc="-10" dirty="0"/>
              <a:t>structures.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spc="-6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implement</a:t>
            </a:r>
            <a:r>
              <a:rPr spc="-70" dirty="0"/>
              <a:t> </a:t>
            </a:r>
            <a:r>
              <a:rPr dirty="0"/>
              <a:t>undo/redo</a:t>
            </a:r>
            <a:r>
              <a:rPr spc="-30" dirty="0"/>
              <a:t> </a:t>
            </a:r>
            <a:r>
              <a:rPr spc="-10" dirty="0"/>
              <a:t>operations.</a:t>
            </a: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Doubly</a:t>
            </a:r>
            <a:r>
              <a:rPr spc="-40" dirty="0"/>
              <a:t> </a:t>
            </a:r>
            <a:r>
              <a:rPr dirty="0"/>
              <a:t>linked</a:t>
            </a:r>
            <a:r>
              <a:rPr spc="-55" dirty="0"/>
              <a:t> </a:t>
            </a:r>
            <a:r>
              <a:rPr dirty="0"/>
              <a:t>lists</a:t>
            </a:r>
            <a:r>
              <a:rPr spc="-6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web</a:t>
            </a:r>
            <a:r>
              <a:rPr spc="-45" dirty="0"/>
              <a:t> </a:t>
            </a:r>
            <a:r>
              <a:rPr dirty="0"/>
              <a:t>page</a:t>
            </a:r>
            <a:r>
              <a:rPr spc="-40" dirty="0"/>
              <a:t> </a:t>
            </a:r>
            <a:r>
              <a:rPr spc="-10" dirty="0"/>
              <a:t>navigation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both</a:t>
            </a:r>
            <a:r>
              <a:rPr spc="-40" dirty="0"/>
              <a:t> </a:t>
            </a:r>
            <a:r>
              <a:rPr spc="-10" dirty="0"/>
              <a:t>forward</a:t>
            </a:r>
            <a:r>
              <a:rPr spc="-5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backward</a:t>
            </a:r>
          </a:p>
          <a:p>
            <a:pPr marL="241300">
              <a:lnSpc>
                <a:spcPts val="2735"/>
              </a:lnSpc>
            </a:pPr>
            <a:r>
              <a:rPr spc="-10" dirty="0"/>
              <a:t>directions.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It</a:t>
            </a:r>
            <a:r>
              <a:rPr spc="-60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games</a:t>
            </a:r>
            <a:r>
              <a:rPr spc="-55" dirty="0"/>
              <a:t> </a:t>
            </a:r>
            <a:r>
              <a:rPr dirty="0"/>
              <a:t>like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deck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8918"/>
            <a:ext cx="35026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Advantages: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243185" cy="3736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15506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Bidirectional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Navigation: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traversal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forward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backward 	</a:t>
            </a:r>
            <a:r>
              <a:rPr sz="2400" dirty="0">
                <a:latin typeface="Calibri"/>
                <a:cs typeface="Calibri"/>
              </a:rPr>
              <a:t>directions,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facilitating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flexible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manipulation.</a:t>
            </a:r>
            <a:endParaRPr sz="2400">
              <a:latin typeface="Calibri"/>
              <a:cs typeface="Calibri"/>
            </a:endParaRPr>
          </a:p>
          <a:p>
            <a:pPr marL="240029" marR="86360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Deletion: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ends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middle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traverse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maintained.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Ends: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beginning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access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endpoints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decrease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dynamically,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allocates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needed.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7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Disadvantages: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069830" cy="37363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229870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Increased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Usage: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additional 	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(previous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pointer),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memory-constrained 	environments.</a:t>
            </a:r>
            <a:endParaRPr sz="2400">
              <a:latin typeface="Calibri"/>
              <a:cs typeface="Calibri"/>
            </a:endParaRPr>
          </a:p>
          <a:p>
            <a:pPr marL="240029" marR="429259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Complexity: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	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corruption.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Slower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overhead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slightly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 	operations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Overhead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678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Calibri Light</vt:lpstr>
      <vt:lpstr>Office Theme</vt:lpstr>
      <vt:lpstr>23CS201 -Data Structures and Algorithms using C++</vt:lpstr>
      <vt:lpstr>Doubly Linked List:</vt:lpstr>
      <vt:lpstr>Structure of a Doubly Linked List:</vt:lpstr>
      <vt:lpstr>Working of a Doubly Linked List:</vt:lpstr>
      <vt:lpstr>Characteristics of a doubly linked list:</vt:lpstr>
      <vt:lpstr>Memory Representation of a doubly linked list</vt:lpstr>
      <vt:lpstr>Operations:</vt:lpstr>
      <vt:lpstr>Applications:</vt:lpstr>
      <vt:lpstr>Advantages:</vt:lpstr>
      <vt:lpstr>Disadvantages: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Sandhiya Ravikumar</cp:lastModifiedBy>
  <cp:revision>2</cp:revision>
  <dcterms:created xsi:type="dcterms:W3CDTF">2025-01-27T04:34:38Z</dcterms:created>
  <dcterms:modified xsi:type="dcterms:W3CDTF">2025-01-27T05:05:59Z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2025-01-27T00:00:00Z</vt:filetime>
  </property>
  <property fmtid="{D5CDD505-2E9C-101B-9397-08002B2CF9AE}" pid="5" name="Producer">
    <vt:lpwstr>Microsoft® PowerPoint® 2013</vt:lpwstr>
  </property>
</Properties>
</file>