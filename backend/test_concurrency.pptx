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Concurrency Control &amp; Strict 2PL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SKCT Department of Information Technology</a:t>
            </a:r>
          </a:p>
          <a:p>
            <a:r>
              <a:t>Course: DBMS (23IT201)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Two-Phase Locking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Strict 2PL Principles:</a:t>
            </a:r>
          </a:p>
          <a:p>
            <a:r>
              <a:t>• Growing Phase: Acquire locks</a:t>
            </a:r>
          </a:p>
          <a:p>
            <a:r>
              <a:t>• Shrinking Phase: Release locks at commit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